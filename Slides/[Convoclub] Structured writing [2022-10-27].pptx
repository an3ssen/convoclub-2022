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60" r:id="rId2"/>
    <p:sldId id="261" r:id="rId3"/>
    <p:sldId id="262" r:id="rId4"/>
    <p:sldId id="263" r:id="rId5"/>
    <p:sldId id="264" r:id="rId6"/>
    <p:sldId id="265" r:id="rId7"/>
    <p:sldId id="266" r:id="rId8"/>
    <p:sldId id="267" r:id="rId9"/>
    <p:sldId id="25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77DA2-6ADD-426E-A2BB-ADDC0E02E487}" v="184" dt="2022-10-23T14:50:26.7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72007" autoAdjust="0"/>
  </p:normalViewPr>
  <p:slideViewPr>
    <p:cSldViewPr>
      <p:cViewPr varScale="1">
        <p:scale>
          <a:sx n="114" d="100"/>
          <a:sy n="114" d="100"/>
        </p:scale>
        <p:origin x="2028" y="108"/>
      </p:cViewPr>
      <p:guideLst/>
    </p:cSldViewPr>
  </p:slideViewPr>
  <p:notesTextViewPr>
    <p:cViewPr>
      <p:scale>
        <a:sx n="3" d="2"/>
        <a:sy n="3" d="2"/>
      </p:scale>
      <p:origin x="0" y="0"/>
    </p:cViewPr>
  </p:notesTextViewPr>
  <p:notesViewPr>
    <p:cSldViewPr>
      <p:cViewPr varScale="1">
        <p:scale>
          <a:sx n="121" d="100"/>
          <a:sy n="121" d="100"/>
        </p:scale>
        <p:origin x="502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k Andriessen" userId="6c49379e-ce0c-4ef7-8cd2-7ea4120d479b" providerId="ADAL" clId="{833A816E-8F1D-47B0-BD2C-35C4AA36A248}"/>
    <pc:docChg chg="undo redo custSel addSld modSld">
      <pc:chgData name="Patrick Andriessen" userId="6c49379e-ce0c-4ef7-8cd2-7ea4120d479b" providerId="ADAL" clId="{833A816E-8F1D-47B0-BD2C-35C4AA36A248}" dt="2022-08-14T06:23:31.564" v="153" actId="20577"/>
      <pc:docMkLst>
        <pc:docMk/>
      </pc:docMkLst>
      <pc:sldChg chg="modSp mod">
        <pc:chgData name="Patrick Andriessen" userId="6c49379e-ce0c-4ef7-8cd2-7ea4120d479b" providerId="ADAL" clId="{833A816E-8F1D-47B0-BD2C-35C4AA36A248}" dt="2022-08-14T06:21:28.435" v="59" actId="114"/>
        <pc:sldMkLst>
          <pc:docMk/>
          <pc:sldMk cId="3381090458" sldId="256"/>
        </pc:sldMkLst>
        <pc:spChg chg="mod">
          <ac:chgData name="Patrick Andriessen" userId="6c49379e-ce0c-4ef7-8cd2-7ea4120d479b" providerId="ADAL" clId="{833A816E-8F1D-47B0-BD2C-35C4AA36A248}" dt="2022-08-14T06:21:28.435" v="59" actId="114"/>
          <ac:spMkLst>
            <pc:docMk/>
            <pc:sldMk cId="3381090458" sldId="256"/>
            <ac:spMk id="3" creationId="{5B393F2C-EF2B-424B-826B-BD812C8F08A0}"/>
          </ac:spMkLst>
        </pc:spChg>
      </pc:sldChg>
      <pc:sldChg chg="modSp new mod">
        <pc:chgData name="Patrick Andriessen" userId="6c49379e-ce0c-4ef7-8cd2-7ea4120d479b" providerId="ADAL" clId="{833A816E-8F1D-47B0-BD2C-35C4AA36A248}" dt="2022-08-14T06:23:31.564" v="153" actId="20577"/>
        <pc:sldMkLst>
          <pc:docMk/>
          <pc:sldMk cId="260250395" sldId="259"/>
        </pc:sldMkLst>
        <pc:spChg chg="mod">
          <ac:chgData name="Patrick Andriessen" userId="6c49379e-ce0c-4ef7-8cd2-7ea4120d479b" providerId="ADAL" clId="{833A816E-8F1D-47B0-BD2C-35C4AA36A248}" dt="2022-08-14T06:23:31.564" v="153" actId="20577"/>
          <ac:spMkLst>
            <pc:docMk/>
            <pc:sldMk cId="260250395" sldId="259"/>
            <ac:spMk id="3" creationId="{0CECF232-1591-50D0-46F4-49266BA7604E}"/>
          </ac:spMkLst>
        </pc:spChg>
      </pc:sldChg>
    </pc:docChg>
  </pc:docChgLst>
  <pc:docChgLst>
    <pc:chgData name="Patrick Andriessen" userId="6c49379e-ce0c-4ef7-8cd2-7ea4120d479b" providerId="ADAL" clId="{4E877DA2-6ADD-426E-A2BB-ADDC0E02E487}"/>
    <pc:docChg chg="undo custSel addSld delSld modSld sldOrd modMainMaster">
      <pc:chgData name="Patrick Andriessen" userId="6c49379e-ce0c-4ef7-8cd2-7ea4120d479b" providerId="ADAL" clId="{4E877DA2-6ADD-426E-A2BB-ADDC0E02E487}" dt="2022-10-23T14:50:26.752" v="1276"/>
      <pc:docMkLst>
        <pc:docMk/>
      </pc:docMkLst>
      <pc:sldChg chg="modSp del mod">
        <pc:chgData name="Patrick Andriessen" userId="6c49379e-ce0c-4ef7-8cd2-7ea4120d479b" providerId="ADAL" clId="{4E877DA2-6ADD-426E-A2BB-ADDC0E02E487}" dt="2022-10-23T09:10:35.846" v="85" actId="47"/>
        <pc:sldMkLst>
          <pc:docMk/>
          <pc:sldMk cId="3381090458" sldId="256"/>
        </pc:sldMkLst>
        <pc:spChg chg="mod">
          <ac:chgData name="Patrick Andriessen" userId="6c49379e-ce0c-4ef7-8cd2-7ea4120d479b" providerId="ADAL" clId="{4E877DA2-6ADD-426E-A2BB-ADDC0E02E487}" dt="2022-10-23T09:07:03.104" v="47" actId="20577"/>
          <ac:spMkLst>
            <pc:docMk/>
            <pc:sldMk cId="3381090458" sldId="256"/>
            <ac:spMk id="3" creationId="{5B393F2C-EF2B-424B-826B-BD812C8F08A0}"/>
          </ac:spMkLst>
        </pc:spChg>
      </pc:sldChg>
      <pc:sldChg chg="addSp delSp modSp mod ord">
        <pc:chgData name="Patrick Andriessen" userId="6c49379e-ce0c-4ef7-8cd2-7ea4120d479b" providerId="ADAL" clId="{4E877DA2-6ADD-426E-A2BB-ADDC0E02E487}" dt="2022-10-23T13:47:29.868" v="608" actId="207"/>
        <pc:sldMkLst>
          <pc:docMk/>
          <pc:sldMk cId="3396311990" sldId="257"/>
        </pc:sldMkLst>
        <pc:spChg chg="add del mod">
          <ac:chgData name="Patrick Andriessen" userId="6c49379e-ce0c-4ef7-8cd2-7ea4120d479b" providerId="ADAL" clId="{4E877DA2-6ADD-426E-A2BB-ADDC0E02E487}" dt="2022-10-23T13:44:16.080" v="423" actId="478"/>
          <ac:spMkLst>
            <pc:docMk/>
            <pc:sldMk cId="3396311990" sldId="257"/>
            <ac:spMk id="4" creationId="{E5B001BF-5A68-D234-14D4-74C3F71A6A1D}"/>
          </ac:spMkLst>
        </pc:spChg>
        <pc:spChg chg="mod">
          <ac:chgData name="Patrick Andriessen" userId="6c49379e-ce0c-4ef7-8cd2-7ea4120d479b" providerId="ADAL" clId="{4E877DA2-6ADD-426E-A2BB-ADDC0E02E487}" dt="2022-10-23T13:47:29.868" v="608" actId="207"/>
          <ac:spMkLst>
            <pc:docMk/>
            <pc:sldMk cId="3396311990" sldId="257"/>
            <ac:spMk id="12" creationId="{9B0DEF22-E7A5-4F60-04F9-D16945D558B6}"/>
          </ac:spMkLst>
        </pc:spChg>
      </pc:sldChg>
      <pc:sldChg chg="del">
        <pc:chgData name="Patrick Andriessen" userId="6c49379e-ce0c-4ef7-8cd2-7ea4120d479b" providerId="ADAL" clId="{4E877DA2-6ADD-426E-A2BB-ADDC0E02E487}" dt="2022-10-23T09:10:15.901" v="84" actId="47"/>
        <pc:sldMkLst>
          <pc:docMk/>
          <pc:sldMk cId="42271644" sldId="258"/>
        </pc:sldMkLst>
      </pc:sldChg>
      <pc:sldChg chg="addSp delSp modSp del mod">
        <pc:chgData name="Patrick Andriessen" userId="6c49379e-ce0c-4ef7-8cd2-7ea4120d479b" providerId="ADAL" clId="{4E877DA2-6ADD-426E-A2BB-ADDC0E02E487}" dt="2022-10-23T09:11:42.885" v="89" actId="47"/>
        <pc:sldMkLst>
          <pc:docMk/>
          <pc:sldMk cId="260250395" sldId="259"/>
        </pc:sldMkLst>
        <pc:spChg chg="del">
          <ac:chgData name="Patrick Andriessen" userId="6c49379e-ce0c-4ef7-8cd2-7ea4120d479b" providerId="ADAL" clId="{4E877DA2-6ADD-426E-A2BB-ADDC0E02E487}" dt="2022-10-23T09:11:36.120" v="87" actId="478"/>
          <ac:spMkLst>
            <pc:docMk/>
            <pc:sldMk cId="260250395" sldId="259"/>
            <ac:spMk id="2" creationId="{78B0024B-CF69-53D8-0169-D65927A6B61C}"/>
          </ac:spMkLst>
        </pc:spChg>
        <pc:spChg chg="del">
          <ac:chgData name="Patrick Andriessen" userId="6c49379e-ce0c-4ef7-8cd2-7ea4120d479b" providerId="ADAL" clId="{4E877DA2-6ADD-426E-A2BB-ADDC0E02E487}" dt="2022-10-23T09:11:38.998" v="88" actId="478"/>
          <ac:spMkLst>
            <pc:docMk/>
            <pc:sldMk cId="260250395" sldId="259"/>
            <ac:spMk id="3" creationId="{0CECF232-1591-50D0-46F4-49266BA7604E}"/>
          </ac:spMkLst>
        </pc:spChg>
        <pc:spChg chg="add mod">
          <ac:chgData name="Patrick Andriessen" userId="6c49379e-ce0c-4ef7-8cd2-7ea4120d479b" providerId="ADAL" clId="{4E877DA2-6ADD-426E-A2BB-ADDC0E02E487}" dt="2022-10-23T09:11:38.998" v="88" actId="478"/>
          <ac:spMkLst>
            <pc:docMk/>
            <pc:sldMk cId="260250395" sldId="259"/>
            <ac:spMk id="5" creationId="{DC23BDE2-4D43-227B-E18E-3DFC956105FD}"/>
          </ac:spMkLst>
        </pc:spChg>
      </pc:sldChg>
      <pc:sldChg chg="addSp delSp modSp new mod modNotesTx">
        <pc:chgData name="Patrick Andriessen" userId="6c49379e-ce0c-4ef7-8cd2-7ea4120d479b" providerId="ADAL" clId="{4E877DA2-6ADD-426E-A2BB-ADDC0E02E487}" dt="2022-10-23T14:31:19.635" v="1168"/>
        <pc:sldMkLst>
          <pc:docMk/>
          <pc:sldMk cId="401979567" sldId="260"/>
        </pc:sldMkLst>
        <pc:spChg chg="del">
          <ac:chgData name="Patrick Andriessen" userId="6c49379e-ce0c-4ef7-8cd2-7ea4120d479b" providerId="ADAL" clId="{4E877DA2-6ADD-426E-A2BB-ADDC0E02E487}" dt="2022-10-23T09:07:44.946" v="55" actId="478"/>
          <ac:spMkLst>
            <pc:docMk/>
            <pc:sldMk cId="401979567" sldId="260"/>
            <ac:spMk id="2" creationId="{C07EF2C5-5AEF-54D8-5CA5-BCF8257B4EAC}"/>
          </ac:spMkLst>
        </pc:spChg>
        <pc:spChg chg="del">
          <ac:chgData name="Patrick Andriessen" userId="6c49379e-ce0c-4ef7-8cd2-7ea4120d479b" providerId="ADAL" clId="{4E877DA2-6ADD-426E-A2BB-ADDC0E02E487}" dt="2022-10-23T09:07:25.717" v="51"/>
          <ac:spMkLst>
            <pc:docMk/>
            <pc:sldMk cId="401979567" sldId="260"/>
            <ac:spMk id="3" creationId="{B94CEE9F-EF84-E71F-E193-2E2229A84C70}"/>
          </ac:spMkLst>
        </pc:spChg>
        <pc:spChg chg="mod">
          <ac:chgData name="Patrick Andriessen" userId="6c49379e-ce0c-4ef7-8cd2-7ea4120d479b" providerId="ADAL" clId="{4E877DA2-6ADD-426E-A2BB-ADDC0E02E487}" dt="2022-10-23T13:47:47.706" v="612" actId="20577"/>
          <ac:spMkLst>
            <pc:docMk/>
            <pc:sldMk cId="401979567" sldId="260"/>
            <ac:spMk id="4" creationId="{EC255BD2-ABA2-DF49-BA46-8EF1D2A57985}"/>
          </ac:spMkLst>
        </pc:spChg>
        <pc:spChg chg="add mod">
          <ac:chgData name="Patrick Andriessen" userId="6c49379e-ce0c-4ef7-8cd2-7ea4120d479b" providerId="ADAL" clId="{4E877DA2-6ADD-426E-A2BB-ADDC0E02E487}" dt="2022-10-23T13:54:17.553" v="666" actId="121"/>
          <ac:spMkLst>
            <pc:docMk/>
            <pc:sldMk cId="401979567" sldId="260"/>
            <ac:spMk id="7" creationId="{4D0CD169-EEC2-EE97-63B1-5DA1028D1E65}"/>
          </ac:spMkLst>
        </pc:spChg>
        <pc:picChg chg="add del mod">
          <ac:chgData name="Patrick Andriessen" userId="6c49379e-ce0c-4ef7-8cd2-7ea4120d479b" providerId="ADAL" clId="{4E877DA2-6ADD-426E-A2BB-ADDC0E02E487}" dt="2022-10-23T09:07:24.938" v="50"/>
          <ac:picMkLst>
            <pc:docMk/>
            <pc:sldMk cId="401979567" sldId="260"/>
            <ac:picMk id="5" creationId="{05A512FC-A7FF-7732-5681-E3DD96AA3902}"/>
          </ac:picMkLst>
        </pc:picChg>
        <pc:picChg chg="add mod">
          <ac:chgData name="Patrick Andriessen" userId="6c49379e-ce0c-4ef7-8cd2-7ea4120d479b" providerId="ADAL" clId="{4E877DA2-6ADD-426E-A2BB-ADDC0E02E487}" dt="2022-10-23T09:07:50.011" v="56" actId="14100"/>
          <ac:picMkLst>
            <pc:docMk/>
            <pc:sldMk cId="401979567" sldId="260"/>
            <ac:picMk id="6" creationId="{C57DB911-8F1A-9D0C-0BD2-5EB8A6963CD8}"/>
          </ac:picMkLst>
        </pc:picChg>
      </pc:sldChg>
      <pc:sldChg chg="new del">
        <pc:chgData name="Patrick Andriessen" userId="6c49379e-ce0c-4ef7-8cd2-7ea4120d479b" providerId="ADAL" clId="{4E877DA2-6ADD-426E-A2BB-ADDC0E02E487}" dt="2022-10-23T09:12:08.012" v="103" actId="47"/>
        <pc:sldMkLst>
          <pc:docMk/>
          <pc:sldMk cId="402191041" sldId="261"/>
        </pc:sldMkLst>
      </pc:sldChg>
      <pc:sldChg chg="modSp new del mod ord">
        <pc:chgData name="Patrick Andriessen" userId="6c49379e-ce0c-4ef7-8cd2-7ea4120d479b" providerId="ADAL" clId="{4E877DA2-6ADD-426E-A2BB-ADDC0E02E487}" dt="2022-10-23T09:12:02.141" v="101" actId="47"/>
        <pc:sldMkLst>
          <pc:docMk/>
          <pc:sldMk cId="989972375" sldId="261"/>
        </pc:sldMkLst>
        <pc:spChg chg="mod">
          <ac:chgData name="Patrick Andriessen" userId="6c49379e-ce0c-4ef7-8cd2-7ea4120d479b" providerId="ADAL" clId="{4E877DA2-6ADD-426E-A2BB-ADDC0E02E487}" dt="2022-10-23T09:11:57.302" v="100" actId="5793"/>
          <ac:spMkLst>
            <pc:docMk/>
            <pc:sldMk cId="989972375" sldId="261"/>
            <ac:spMk id="3" creationId="{058DB29D-BDE0-75B1-32E2-7D9A4538816C}"/>
          </ac:spMkLst>
        </pc:spChg>
      </pc:sldChg>
      <pc:sldChg chg="new del">
        <pc:chgData name="Patrick Andriessen" userId="6c49379e-ce0c-4ef7-8cd2-7ea4120d479b" providerId="ADAL" clId="{4E877DA2-6ADD-426E-A2BB-ADDC0E02E487}" dt="2022-10-23T09:12:10.444" v="105" actId="680"/>
        <pc:sldMkLst>
          <pc:docMk/>
          <pc:sldMk cId="1151673001" sldId="261"/>
        </pc:sldMkLst>
      </pc:sldChg>
      <pc:sldChg chg="addSp delSp modSp new mod setBg modAnim modNotesTx">
        <pc:chgData name="Patrick Andriessen" userId="6c49379e-ce0c-4ef7-8cd2-7ea4120d479b" providerId="ADAL" clId="{4E877DA2-6ADD-426E-A2BB-ADDC0E02E487}" dt="2022-10-23T14:05:57.711" v="928" actId="20577"/>
        <pc:sldMkLst>
          <pc:docMk/>
          <pc:sldMk cId="3555956997" sldId="261"/>
        </pc:sldMkLst>
        <pc:spChg chg="del mod">
          <ac:chgData name="Patrick Andriessen" userId="6c49379e-ce0c-4ef7-8cd2-7ea4120d479b" providerId="ADAL" clId="{4E877DA2-6ADD-426E-A2BB-ADDC0E02E487}" dt="2022-10-23T09:12:28.992" v="139" actId="478"/>
          <ac:spMkLst>
            <pc:docMk/>
            <pc:sldMk cId="3555956997" sldId="261"/>
            <ac:spMk id="2" creationId="{CDA78518-F421-F23D-1CE8-14944610CD6D}"/>
          </ac:spMkLst>
        </pc:spChg>
        <pc:spChg chg="mod">
          <ac:chgData name="Patrick Andriessen" userId="6c49379e-ce0c-4ef7-8cd2-7ea4120d479b" providerId="ADAL" clId="{4E877DA2-6ADD-426E-A2BB-ADDC0E02E487}" dt="2022-10-23T14:05:57.711" v="928" actId="20577"/>
          <ac:spMkLst>
            <pc:docMk/>
            <pc:sldMk cId="3555956997" sldId="261"/>
            <ac:spMk id="3" creationId="{81A417D0-F60A-6CEA-85EA-5CE5E83D97DA}"/>
          </ac:spMkLst>
        </pc:spChg>
        <pc:spChg chg="add del">
          <ac:chgData name="Patrick Andriessen" userId="6c49379e-ce0c-4ef7-8cd2-7ea4120d479b" providerId="ADAL" clId="{4E877DA2-6ADD-426E-A2BB-ADDC0E02E487}" dt="2022-10-23T09:13:15.549" v="168"/>
          <ac:spMkLst>
            <pc:docMk/>
            <pc:sldMk cId="3555956997" sldId="261"/>
            <ac:spMk id="4" creationId="{1F805AB2-8880-BCA4-C52F-697E5E422828}"/>
          </ac:spMkLst>
        </pc:spChg>
        <pc:spChg chg="add del">
          <ac:chgData name="Patrick Andriessen" userId="6c49379e-ce0c-4ef7-8cd2-7ea4120d479b" providerId="ADAL" clId="{4E877DA2-6ADD-426E-A2BB-ADDC0E02E487}" dt="2022-10-23T09:13:19.297" v="172"/>
          <ac:spMkLst>
            <pc:docMk/>
            <pc:sldMk cId="3555956997" sldId="261"/>
            <ac:spMk id="5" creationId="{9E192E50-3FF0-BC8C-0583-FC2416348B8F}"/>
          </ac:spMkLst>
        </pc:spChg>
        <pc:spChg chg="add del mod">
          <ac:chgData name="Patrick Andriessen" userId="6c49379e-ce0c-4ef7-8cd2-7ea4120d479b" providerId="ADAL" clId="{4E877DA2-6ADD-426E-A2BB-ADDC0E02E487}" dt="2022-10-23T09:13:18.151" v="171"/>
          <ac:spMkLst>
            <pc:docMk/>
            <pc:sldMk cId="3555956997" sldId="261"/>
            <ac:spMk id="6" creationId="{DE502D65-9185-1AB0-9B82-BBC0A44BCD52}"/>
          </ac:spMkLst>
        </pc:spChg>
        <pc:spChg chg="add del">
          <ac:chgData name="Patrick Andriessen" userId="6c49379e-ce0c-4ef7-8cd2-7ea4120d479b" providerId="ADAL" clId="{4E877DA2-6ADD-426E-A2BB-ADDC0E02E487}" dt="2022-10-23T09:13:21.148" v="174"/>
          <ac:spMkLst>
            <pc:docMk/>
            <pc:sldMk cId="3555956997" sldId="261"/>
            <ac:spMk id="7" creationId="{B3D9A386-3E42-6405-02C5-24DFD2966901}"/>
          </ac:spMkLst>
        </pc:spChg>
        <pc:spChg chg="add del">
          <ac:chgData name="Patrick Andriessen" userId="6c49379e-ce0c-4ef7-8cd2-7ea4120d479b" providerId="ADAL" clId="{4E877DA2-6ADD-426E-A2BB-ADDC0E02E487}" dt="2022-10-23T09:13:25.152" v="176"/>
          <ac:spMkLst>
            <pc:docMk/>
            <pc:sldMk cId="3555956997" sldId="261"/>
            <ac:spMk id="8" creationId="{800478B6-6FF3-33D0-F517-74DA01340867}"/>
          </ac:spMkLst>
        </pc:spChg>
        <pc:spChg chg="add del">
          <ac:chgData name="Patrick Andriessen" userId="6c49379e-ce0c-4ef7-8cd2-7ea4120d479b" providerId="ADAL" clId="{4E877DA2-6ADD-426E-A2BB-ADDC0E02E487}" dt="2022-10-23T09:13:27.630" v="179"/>
          <ac:spMkLst>
            <pc:docMk/>
            <pc:sldMk cId="3555956997" sldId="261"/>
            <ac:spMk id="9" creationId="{61BD55EF-147A-0310-D3AA-3CBA5C4E5111}"/>
          </ac:spMkLst>
        </pc:spChg>
        <pc:spChg chg="add del">
          <ac:chgData name="Patrick Andriessen" userId="6c49379e-ce0c-4ef7-8cd2-7ea4120d479b" providerId="ADAL" clId="{4E877DA2-6ADD-426E-A2BB-ADDC0E02E487}" dt="2022-10-23T09:14:16.048" v="192"/>
          <ac:spMkLst>
            <pc:docMk/>
            <pc:sldMk cId="3555956997" sldId="261"/>
            <ac:spMk id="10" creationId="{08C5BAA4-E5B6-AD53-B095-9936150649B8}"/>
          </ac:spMkLst>
        </pc:spChg>
        <pc:spChg chg="add del">
          <ac:chgData name="Patrick Andriessen" userId="6c49379e-ce0c-4ef7-8cd2-7ea4120d479b" providerId="ADAL" clId="{4E877DA2-6ADD-426E-A2BB-ADDC0E02E487}" dt="2022-10-23T13:34:21.759" v="256"/>
          <ac:spMkLst>
            <pc:docMk/>
            <pc:sldMk cId="3555956997" sldId="261"/>
            <ac:spMk id="11" creationId="{7616304D-B783-34ED-AE71-D7ED9F2C2788}"/>
          </ac:spMkLst>
        </pc:spChg>
        <pc:spChg chg="add del">
          <ac:chgData name="Patrick Andriessen" userId="6c49379e-ce0c-4ef7-8cd2-7ea4120d479b" providerId="ADAL" clId="{4E877DA2-6ADD-426E-A2BB-ADDC0E02E487}" dt="2022-10-23T13:34:23.965" v="260"/>
          <ac:spMkLst>
            <pc:docMk/>
            <pc:sldMk cId="3555956997" sldId="261"/>
            <ac:spMk id="12" creationId="{2100127F-3498-C85E-3BAE-677DA4E76016}"/>
          </ac:spMkLst>
        </pc:spChg>
        <pc:spChg chg="add del">
          <ac:chgData name="Patrick Andriessen" userId="6c49379e-ce0c-4ef7-8cd2-7ea4120d479b" providerId="ADAL" clId="{4E877DA2-6ADD-426E-A2BB-ADDC0E02E487}" dt="2022-10-23T13:45:56.649" v="531" actId="26606"/>
          <ac:spMkLst>
            <pc:docMk/>
            <pc:sldMk cId="3555956997" sldId="261"/>
            <ac:spMk id="19" creationId="{91F32EBA-ED97-466E-8CFA-8382584155D0}"/>
          </ac:spMkLst>
        </pc:spChg>
        <pc:spChg chg="add del">
          <ac:chgData name="Patrick Andriessen" userId="6c49379e-ce0c-4ef7-8cd2-7ea4120d479b" providerId="ADAL" clId="{4E877DA2-6ADD-426E-A2BB-ADDC0E02E487}" dt="2022-10-23T13:45:56.649" v="531" actId="26606"/>
          <ac:spMkLst>
            <pc:docMk/>
            <pc:sldMk cId="3555956997" sldId="261"/>
            <ac:spMk id="21" creationId="{62A38935-BB53-4DF7-A56E-48DD25B685D7}"/>
          </ac:spMkLst>
        </pc:spChg>
        <pc:picChg chg="add del mod">
          <ac:chgData name="Patrick Andriessen" userId="6c49379e-ce0c-4ef7-8cd2-7ea4120d479b" providerId="ADAL" clId="{4E877DA2-6ADD-426E-A2BB-ADDC0E02E487}" dt="2022-10-23T13:48:56.238" v="615" actId="478"/>
          <ac:picMkLst>
            <pc:docMk/>
            <pc:sldMk cId="3555956997" sldId="261"/>
            <ac:picMk id="14" creationId="{332D1D30-38DC-E189-CE5F-48F223E11B89}"/>
          </ac:picMkLst>
        </pc:picChg>
      </pc:sldChg>
      <pc:sldChg chg="addSp modSp add mod modAnim">
        <pc:chgData name="Patrick Andriessen" userId="6c49379e-ce0c-4ef7-8cd2-7ea4120d479b" providerId="ADAL" clId="{4E877DA2-6ADD-426E-A2BB-ADDC0E02E487}" dt="2022-10-23T14:07:20.752" v="964"/>
        <pc:sldMkLst>
          <pc:docMk/>
          <pc:sldMk cId="2636694930" sldId="262"/>
        </pc:sldMkLst>
        <pc:spChg chg="mod">
          <ac:chgData name="Patrick Andriessen" userId="6c49379e-ce0c-4ef7-8cd2-7ea4120d479b" providerId="ADAL" clId="{4E877DA2-6ADD-426E-A2BB-ADDC0E02E487}" dt="2022-10-23T14:05:51.544" v="927" actId="20577"/>
          <ac:spMkLst>
            <pc:docMk/>
            <pc:sldMk cId="2636694930" sldId="262"/>
            <ac:spMk id="3" creationId="{81A417D0-F60A-6CEA-85EA-5CE5E83D97DA}"/>
          </ac:spMkLst>
        </pc:spChg>
        <pc:spChg chg="add mod">
          <ac:chgData name="Patrick Andriessen" userId="6c49379e-ce0c-4ef7-8cd2-7ea4120d479b" providerId="ADAL" clId="{4E877DA2-6ADD-426E-A2BB-ADDC0E02E487}" dt="2022-10-23T13:54:46.575" v="677" actId="1076"/>
          <ac:spMkLst>
            <pc:docMk/>
            <pc:sldMk cId="2636694930" sldId="262"/>
            <ac:spMk id="5" creationId="{300CC3A9-D40E-02FC-EF60-5CEE797D149B}"/>
          </ac:spMkLst>
        </pc:spChg>
        <pc:grpChg chg="add mod">
          <ac:chgData name="Patrick Andriessen" userId="6c49379e-ce0c-4ef7-8cd2-7ea4120d479b" providerId="ADAL" clId="{4E877DA2-6ADD-426E-A2BB-ADDC0E02E487}" dt="2022-10-23T14:05:48.464" v="926" actId="1076"/>
          <ac:grpSpMkLst>
            <pc:docMk/>
            <pc:sldMk cId="2636694930" sldId="262"/>
            <ac:grpSpMk id="6" creationId="{CA130E11-7824-7236-C76E-99DA60E4B462}"/>
          </ac:grpSpMkLst>
        </pc:grpChg>
        <pc:picChg chg="add mod">
          <ac:chgData name="Patrick Andriessen" userId="6c49379e-ce0c-4ef7-8cd2-7ea4120d479b" providerId="ADAL" clId="{4E877DA2-6ADD-426E-A2BB-ADDC0E02E487}" dt="2022-10-23T13:52:19.473" v="643" actId="164"/>
          <ac:picMkLst>
            <pc:docMk/>
            <pc:sldMk cId="2636694930" sldId="262"/>
            <ac:picMk id="4" creationId="{BC8EBE6D-6189-69E0-A418-7E61014C8D39}"/>
          </ac:picMkLst>
        </pc:picChg>
      </pc:sldChg>
      <pc:sldChg chg="addSp delSp modSp new mod setBg modNotesTx">
        <pc:chgData name="Patrick Andriessen" userId="6c49379e-ce0c-4ef7-8cd2-7ea4120d479b" providerId="ADAL" clId="{4E877DA2-6ADD-426E-A2BB-ADDC0E02E487}" dt="2022-10-23T14:06:14.008" v="963" actId="1035"/>
        <pc:sldMkLst>
          <pc:docMk/>
          <pc:sldMk cId="994023123" sldId="263"/>
        </pc:sldMkLst>
        <pc:spChg chg="mod">
          <ac:chgData name="Patrick Andriessen" userId="6c49379e-ce0c-4ef7-8cd2-7ea4120d479b" providerId="ADAL" clId="{4E877DA2-6ADD-426E-A2BB-ADDC0E02E487}" dt="2022-10-23T14:04:27.208" v="917" actId="26606"/>
          <ac:spMkLst>
            <pc:docMk/>
            <pc:sldMk cId="994023123" sldId="263"/>
            <ac:spMk id="2" creationId="{2DF64741-7DF0-F721-8FB3-24A81EBCC202}"/>
          </ac:spMkLst>
        </pc:spChg>
        <pc:spChg chg="mod">
          <ac:chgData name="Patrick Andriessen" userId="6c49379e-ce0c-4ef7-8cd2-7ea4120d479b" providerId="ADAL" clId="{4E877DA2-6ADD-426E-A2BB-ADDC0E02E487}" dt="2022-10-23T14:04:27.208" v="917" actId="26606"/>
          <ac:spMkLst>
            <pc:docMk/>
            <pc:sldMk cId="994023123" sldId="263"/>
            <ac:spMk id="3" creationId="{1BC579DD-E9E1-63D3-7AA1-CB6ADEB65EA5}"/>
          </ac:spMkLst>
        </pc:spChg>
        <pc:spChg chg="add del">
          <ac:chgData name="Patrick Andriessen" userId="6c49379e-ce0c-4ef7-8cd2-7ea4120d479b" providerId="ADAL" clId="{4E877DA2-6ADD-426E-A2BB-ADDC0E02E487}" dt="2022-10-23T14:04:27.208" v="917" actId="26606"/>
          <ac:spMkLst>
            <pc:docMk/>
            <pc:sldMk cId="994023123" sldId="263"/>
            <ac:spMk id="14" creationId="{352BEC0E-22F8-46D0-9632-375DB541B06C}"/>
          </ac:spMkLst>
        </pc:spChg>
        <pc:spChg chg="add del">
          <ac:chgData name="Patrick Andriessen" userId="6c49379e-ce0c-4ef7-8cd2-7ea4120d479b" providerId="ADAL" clId="{4E877DA2-6ADD-426E-A2BB-ADDC0E02E487}" dt="2022-10-23T14:04:27.208" v="917" actId="26606"/>
          <ac:spMkLst>
            <pc:docMk/>
            <pc:sldMk cId="994023123" sldId="263"/>
            <ac:spMk id="16" creationId="{3FCFB1DE-0B7E-48CC-BA90-B2AB0889F9D6}"/>
          </ac:spMkLst>
        </pc:spChg>
        <pc:picChg chg="add del mod">
          <ac:chgData name="Patrick Andriessen" userId="6c49379e-ce0c-4ef7-8cd2-7ea4120d479b" providerId="ADAL" clId="{4E877DA2-6ADD-426E-A2BB-ADDC0E02E487}" dt="2022-10-23T14:03:16.175" v="902" actId="478"/>
          <ac:picMkLst>
            <pc:docMk/>
            <pc:sldMk cId="994023123" sldId="263"/>
            <ac:picMk id="5" creationId="{E8B5831E-99B6-4223-75DC-FF442EB6425D}"/>
          </ac:picMkLst>
        </pc:picChg>
        <pc:picChg chg="add mod ord">
          <ac:chgData name="Patrick Andriessen" userId="6c49379e-ce0c-4ef7-8cd2-7ea4120d479b" providerId="ADAL" clId="{4E877DA2-6ADD-426E-A2BB-ADDC0E02E487}" dt="2022-10-23T14:06:14.008" v="963" actId="1035"/>
          <ac:picMkLst>
            <pc:docMk/>
            <pc:sldMk cId="994023123" sldId="263"/>
            <ac:picMk id="7" creationId="{62F2AC0E-FDEC-D60D-FFCD-4CF4AEAF6AD4}"/>
          </ac:picMkLst>
        </pc:picChg>
        <pc:picChg chg="add mod">
          <ac:chgData name="Patrick Andriessen" userId="6c49379e-ce0c-4ef7-8cd2-7ea4120d479b" providerId="ADAL" clId="{4E877DA2-6ADD-426E-A2BB-ADDC0E02E487}" dt="2022-10-23T14:05:09.137" v="925" actId="14100"/>
          <ac:picMkLst>
            <pc:docMk/>
            <pc:sldMk cId="994023123" sldId="263"/>
            <ac:picMk id="9" creationId="{18D80727-012E-004E-051F-0447743583C9}"/>
          </ac:picMkLst>
        </pc:picChg>
      </pc:sldChg>
      <pc:sldChg chg="modSp new mod modNotesTx">
        <pc:chgData name="Patrick Andriessen" userId="6c49379e-ce0c-4ef7-8cd2-7ea4120d479b" providerId="ADAL" clId="{4E877DA2-6ADD-426E-A2BB-ADDC0E02E487}" dt="2022-10-23T14:30:38.664" v="1166"/>
        <pc:sldMkLst>
          <pc:docMk/>
          <pc:sldMk cId="4152870938" sldId="264"/>
        </pc:sldMkLst>
        <pc:spChg chg="mod">
          <ac:chgData name="Patrick Andriessen" userId="6c49379e-ce0c-4ef7-8cd2-7ea4120d479b" providerId="ADAL" clId="{4E877DA2-6ADD-426E-A2BB-ADDC0E02E487}" dt="2022-10-23T14:23:53.172" v="990" actId="20577"/>
          <ac:spMkLst>
            <pc:docMk/>
            <pc:sldMk cId="4152870938" sldId="264"/>
            <ac:spMk id="2" creationId="{EAB3D430-6B86-5611-251B-5E5F4037AF5C}"/>
          </ac:spMkLst>
        </pc:spChg>
        <pc:spChg chg="mod">
          <ac:chgData name="Patrick Andriessen" userId="6c49379e-ce0c-4ef7-8cd2-7ea4120d479b" providerId="ADAL" clId="{4E877DA2-6ADD-426E-A2BB-ADDC0E02E487}" dt="2022-10-23T14:24:44.463" v="1018" actId="20577"/>
          <ac:spMkLst>
            <pc:docMk/>
            <pc:sldMk cId="4152870938" sldId="264"/>
            <ac:spMk id="3" creationId="{09B9C5D3-5756-4A78-B45B-E5254D70531C}"/>
          </ac:spMkLst>
        </pc:spChg>
      </pc:sldChg>
      <pc:sldChg chg="modSp new mod modAnim modNotesTx">
        <pc:chgData name="Patrick Andriessen" userId="6c49379e-ce0c-4ef7-8cd2-7ea4120d479b" providerId="ADAL" clId="{4E877DA2-6ADD-426E-A2BB-ADDC0E02E487}" dt="2022-10-23T14:36:16.585" v="1175" actId="20577"/>
        <pc:sldMkLst>
          <pc:docMk/>
          <pc:sldMk cId="2920414949" sldId="265"/>
        </pc:sldMkLst>
        <pc:spChg chg="mod">
          <ac:chgData name="Patrick Andriessen" userId="6c49379e-ce0c-4ef7-8cd2-7ea4120d479b" providerId="ADAL" clId="{4E877DA2-6ADD-426E-A2BB-ADDC0E02E487}" dt="2022-10-23T14:26:51.939" v="1110" actId="20577"/>
          <ac:spMkLst>
            <pc:docMk/>
            <pc:sldMk cId="2920414949" sldId="265"/>
            <ac:spMk id="2" creationId="{BBAB9EC2-64BD-0A7A-E4EE-799C525F88CB}"/>
          </ac:spMkLst>
        </pc:spChg>
        <pc:spChg chg="mod">
          <ac:chgData name="Patrick Andriessen" userId="6c49379e-ce0c-4ef7-8cd2-7ea4120d479b" providerId="ADAL" clId="{4E877DA2-6ADD-426E-A2BB-ADDC0E02E487}" dt="2022-10-23T14:29:54.370" v="1165" actId="20577"/>
          <ac:spMkLst>
            <pc:docMk/>
            <pc:sldMk cId="2920414949" sldId="265"/>
            <ac:spMk id="3" creationId="{EBDEE5D6-DAE8-2182-B0C9-B773F1B88850}"/>
          </ac:spMkLst>
        </pc:spChg>
      </pc:sldChg>
      <pc:sldChg chg="addSp delSp modSp new mod modAnim modNotesTx">
        <pc:chgData name="Patrick Andriessen" userId="6c49379e-ce0c-4ef7-8cd2-7ea4120d479b" providerId="ADAL" clId="{4E877DA2-6ADD-426E-A2BB-ADDC0E02E487}" dt="2022-10-23T14:50:26.752" v="1276"/>
        <pc:sldMkLst>
          <pc:docMk/>
          <pc:sldMk cId="1683362932" sldId="266"/>
        </pc:sldMkLst>
        <pc:spChg chg="mod">
          <ac:chgData name="Patrick Andriessen" userId="6c49379e-ce0c-4ef7-8cd2-7ea4120d479b" providerId="ADAL" clId="{4E877DA2-6ADD-426E-A2BB-ADDC0E02E487}" dt="2022-10-23T14:36:59.785" v="1222" actId="20577"/>
          <ac:spMkLst>
            <pc:docMk/>
            <pc:sldMk cId="1683362932" sldId="266"/>
            <ac:spMk id="2" creationId="{226625F1-4A2E-1BAD-3E1F-B0C5D71A8C8B}"/>
          </ac:spMkLst>
        </pc:spChg>
        <pc:spChg chg="del">
          <ac:chgData name="Patrick Andriessen" userId="6c49379e-ce0c-4ef7-8cd2-7ea4120d479b" providerId="ADAL" clId="{4E877DA2-6ADD-426E-A2BB-ADDC0E02E487}" dt="2022-10-23T14:44:52.561" v="1262"/>
          <ac:spMkLst>
            <pc:docMk/>
            <pc:sldMk cId="1683362932" sldId="266"/>
            <ac:spMk id="3" creationId="{F000B955-5172-681B-13DE-836EF08686D8}"/>
          </ac:spMkLst>
        </pc:spChg>
        <pc:spChg chg="mod">
          <ac:chgData name="Patrick Andriessen" userId="6c49379e-ce0c-4ef7-8cd2-7ea4120d479b" providerId="ADAL" clId="{4E877DA2-6ADD-426E-A2BB-ADDC0E02E487}" dt="2022-10-23T14:37:08.678" v="1245" actId="20577"/>
          <ac:spMkLst>
            <pc:docMk/>
            <pc:sldMk cId="1683362932" sldId="266"/>
            <ac:spMk id="4" creationId="{0476F2F6-1B20-5A8A-7171-3B02660C829A}"/>
          </ac:spMkLst>
        </pc:spChg>
        <pc:picChg chg="add mod">
          <ac:chgData name="Patrick Andriessen" userId="6c49379e-ce0c-4ef7-8cd2-7ea4120d479b" providerId="ADAL" clId="{4E877DA2-6ADD-426E-A2BB-ADDC0E02E487}" dt="2022-10-23T14:45:40.268" v="1271" actId="1076"/>
          <ac:picMkLst>
            <pc:docMk/>
            <pc:sldMk cId="1683362932" sldId="266"/>
            <ac:picMk id="6" creationId="{0F6ADEEB-E2CB-9C13-3362-227F92C807EB}"/>
          </ac:picMkLst>
        </pc:picChg>
      </pc:sldChg>
      <pc:sldChg chg="addSp delSp modSp add mod">
        <pc:chgData name="Patrick Andriessen" userId="6c49379e-ce0c-4ef7-8cd2-7ea4120d479b" providerId="ADAL" clId="{4E877DA2-6ADD-426E-A2BB-ADDC0E02E487}" dt="2022-10-23T14:48:13.597" v="1273" actId="478"/>
        <pc:sldMkLst>
          <pc:docMk/>
          <pc:sldMk cId="4092365117" sldId="267"/>
        </pc:sldMkLst>
        <pc:spChg chg="add mod">
          <ac:chgData name="Patrick Andriessen" userId="6c49379e-ce0c-4ef7-8cd2-7ea4120d479b" providerId="ADAL" clId="{4E877DA2-6ADD-426E-A2BB-ADDC0E02E487}" dt="2022-10-23T14:48:13.597" v="1273" actId="478"/>
          <ac:spMkLst>
            <pc:docMk/>
            <pc:sldMk cId="4092365117" sldId="267"/>
            <ac:spMk id="5" creationId="{6AA35E6A-46F0-EA7B-EF7A-BCDB77BF12C4}"/>
          </ac:spMkLst>
        </pc:spChg>
        <pc:picChg chg="del">
          <ac:chgData name="Patrick Andriessen" userId="6c49379e-ce0c-4ef7-8cd2-7ea4120d479b" providerId="ADAL" clId="{4E877DA2-6ADD-426E-A2BB-ADDC0E02E487}" dt="2022-10-23T14:48:13.597" v="1273" actId="478"/>
          <ac:picMkLst>
            <pc:docMk/>
            <pc:sldMk cId="4092365117" sldId="267"/>
            <ac:picMk id="6" creationId="{0F6ADEEB-E2CB-9C13-3362-227F92C807EB}"/>
          </ac:picMkLst>
        </pc:picChg>
      </pc:sldChg>
      <pc:sldMasterChg chg="addSp delSp modSp mod">
        <pc:chgData name="Patrick Andriessen" userId="6c49379e-ce0c-4ef7-8cd2-7ea4120d479b" providerId="ADAL" clId="{4E877DA2-6ADD-426E-A2BB-ADDC0E02E487}" dt="2022-10-23T13:43:21.134" v="409" actId="478"/>
        <pc:sldMasterMkLst>
          <pc:docMk/>
          <pc:sldMasterMk cId="3702377090" sldId="2147483648"/>
        </pc:sldMasterMkLst>
        <pc:spChg chg="mod">
          <ac:chgData name="Patrick Andriessen" userId="6c49379e-ce0c-4ef7-8cd2-7ea4120d479b" providerId="ADAL" clId="{4E877DA2-6ADD-426E-A2BB-ADDC0E02E487}" dt="2022-10-23T13:38:53.632" v="307" actId="16037"/>
          <ac:spMkLst>
            <pc:docMk/>
            <pc:sldMasterMk cId="3702377090" sldId="2147483648"/>
            <ac:spMk id="2" creationId="{E0A78639-010E-4CE9-885E-7923DD21683E}"/>
          </ac:spMkLst>
        </pc:spChg>
        <pc:spChg chg="mod">
          <ac:chgData name="Patrick Andriessen" userId="6c49379e-ce0c-4ef7-8cd2-7ea4120d479b" providerId="ADAL" clId="{4E877DA2-6ADD-426E-A2BB-ADDC0E02E487}" dt="2022-10-23T13:41:21.909" v="318" actId="120"/>
          <ac:spMkLst>
            <pc:docMk/>
            <pc:sldMasterMk cId="3702377090" sldId="2147483648"/>
            <ac:spMk id="6" creationId="{7A70592C-B5B6-4485-AA37-5E95BF3E5D3D}"/>
          </ac:spMkLst>
        </pc:spChg>
        <pc:picChg chg="add del mod">
          <ac:chgData name="Patrick Andriessen" userId="6c49379e-ce0c-4ef7-8cd2-7ea4120d479b" providerId="ADAL" clId="{4E877DA2-6ADD-426E-A2BB-ADDC0E02E487}" dt="2022-10-23T13:41:53.940" v="363" actId="478"/>
          <ac:picMkLst>
            <pc:docMk/>
            <pc:sldMasterMk cId="3702377090" sldId="2147483648"/>
            <ac:picMk id="7" creationId="{A7E3D4DD-4C5C-666E-51F8-9DEFCC271A87}"/>
          </ac:picMkLst>
        </pc:picChg>
        <pc:picChg chg="add del mod">
          <ac:chgData name="Patrick Andriessen" userId="6c49379e-ce0c-4ef7-8cd2-7ea4120d479b" providerId="ADAL" clId="{4E877DA2-6ADD-426E-A2BB-ADDC0E02E487}" dt="2022-10-23T13:43:21.134" v="409" actId="478"/>
          <ac:picMkLst>
            <pc:docMk/>
            <pc:sldMasterMk cId="3702377090" sldId="2147483648"/>
            <ac:picMk id="9" creationId="{833BEFC1-6239-E77B-1946-B9D18E13BF4F}"/>
          </ac:picMkLst>
        </pc:picChg>
        <pc:picChg chg="add del">
          <ac:chgData name="Patrick Andriessen" userId="6c49379e-ce0c-4ef7-8cd2-7ea4120d479b" providerId="ADAL" clId="{4E877DA2-6ADD-426E-A2BB-ADDC0E02E487}" dt="2022-10-23T13:38:59.806" v="308" actId="478"/>
          <ac:picMkLst>
            <pc:docMk/>
            <pc:sldMasterMk cId="3702377090" sldId="2147483648"/>
            <ac:picMk id="14" creationId="{E44149D3-9775-6274-940D-090603886097}"/>
          </ac:picMkLst>
        </pc:picChg>
      </pc:sldMasterChg>
    </pc:docChg>
  </pc:docChgLst>
  <pc:docChgLst>
    <pc:chgData name="Patrick Andriessen" userId="6c49379e-ce0c-4ef7-8cd2-7ea4120d479b" providerId="ADAL" clId="{426A630E-2AEB-4650-B8FA-76AB9070616B}"/>
    <pc:docChg chg="undo custSel modSld">
      <pc:chgData name="Patrick Andriessen" userId="6c49379e-ce0c-4ef7-8cd2-7ea4120d479b" providerId="ADAL" clId="{426A630E-2AEB-4650-B8FA-76AB9070616B}" dt="2022-09-16T12:18:40.568" v="312" actId="20577"/>
      <pc:docMkLst>
        <pc:docMk/>
      </pc:docMkLst>
      <pc:sldChg chg="modSp mod">
        <pc:chgData name="Patrick Andriessen" userId="6c49379e-ce0c-4ef7-8cd2-7ea4120d479b" providerId="ADAL" clId="{426A630E-2AEB-4650-B8FA-76AB9070616B}" dt="2022-09-16T12:18:40.568" v="312" actId="20577"/>
        <pc:sldMkLst>
          <pc:docMk/>
          <pc:sldMk cId="3381090458" sldId="256"/>
        </pc:sldMkLst>
        <pc:spChg chg="mod">
          <ac:chgData name="Patrick Andriessen" userId="6c49379e-ce0c-4ef7-8cd2-7ea4120d479b" providerId="ADAL" clId="{426A630E-2AEB-4650-B8FA-76AB9070616B}" dt="2022-09-16T12:18:27.418" v="287" actId="20577"/>
          <ac:spMkLst>
            <pc:docMk/>
            <pc:sldMk cId="3381090458" sldId="256"/>
            <ac:spMk id="2" creationId="{38A9ED31-C1AF-4014-B09C-6421FB857200}"/>
          </ac:spMkLst>
        </pc:spChg>
        <pc:spChg chg="mod">
          <ac:chgData name="Patrick Andriessen" userId="6c49379e-ce0c-4ef7-8cd2-7ea4120d479b" providerId="ADAL" clId="{426A630E-2AEB-4650-B8FA-76AB9070616B}" dt="2022-09-16T12:18:40.568" v="312" actId="20577"/>
          <ac:spMkLst>
            <pc:docMk/>
            <pc:sldMk cId="3381090458" sldId="256"/>
            <ac:spMk id="3" creationId="{5B393F2C-EF2B-424B-826B-BD812C8F08A0}"/>
          </ac:spMkLst>
        </pc:spChg>
      </pc:sldChg>
      <pc:sldChg chg="modSp mod">
        <pc:chgData name="Patrick Andriessen" userId="6c49379e-ce0c-4ef7-8cd2-7ea4120d479b" providerId="ADAL" clId="{426A630E-2AEB-4650-B8FA-76AB9070616B}" dt="2022-09-01T20:22:19.466" v="45" actId="20577"/>
        <pc:sldMkLst>
          <pc:docMk/>
          <pc:sldMk cId="3396311990" sldId="257"/>
        </pc:sldMkLst>
        <pc:spChg chg="mod">
          <ac:chgData name="Patrick Andriessen" userId="6c49379e-ce0c-4ef7-8cd2-7ea4120d479b" providerId="ADAL" clId="{426A630E-2AEB-4650-B8FA-76AB9070616B}" dt="2022-09-01T20:22:19.466" v="45" actId="20577"/>
          <ac:spMkLst>
            <pc:docMk/>
            <pc:sldMk cId="3396311990" sldId="257"/>
            <ac:spMk id="12" creationId="{9B0DEF22-E7A5-4F60-04F9-D16945D558B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D167FA-0893-10E4-44A0-C7A3314B38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98D7748-EED0-DA01-A604-ACD0FD233A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909466-E02C-4252-8A2A-A26464A72F01}" type="datetimeFigureOut">
              <a:rPr lang="en-US" smtClean="0"/>
              <a:t>10/23/2022</a:t>
            </a:fld>
            <a:endParaRPr lang="en-US"/>
          </a:p>
        </p:txBody>
      </p:sp>
      <p:sp>
        <p:nvSpPr>
          <p:cNvPr id="4" name="Footer Placeholder 3">
            <a:extLst>
              <a:ext uri="{FF2B5EF4-FFF2-40B4-BE49-F238E27FC236}">
                <a16:creationId xmlns:a16="http://schemas.microsoft.com/office/drawing/2014/main" id="{AE9A275A-A616-4888-9B6C-9FDD040EEE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8D2A250-15B7-ACF2-E3AD-65176408505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7B74FD-E563-4E5B-8E69-51A7D60D305C}" type="slidenum">
              <a:rPr lang="en-US" smtClean="0"/>
              <a:t>‹#›</a:t>
            </a:fld>
            <a:endParaRPr lang="en-US"/>
          </a:p>
        </p:txBody>
      </p:sp>
    </p:spTree>
    <p:extLst>
      <p:ext uri="{BB962C8B-B14F-4D97-AF65-F5344CB8AC3E}">
        <p14:creationId xmlns:p14="http://schemas.microsoft.com/office/powerpoint/2010/main" val="1687034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CD7A6-3788-401F-9B51-36F613C01565}" type="datetimeFigureOut">
              <a:rPr lang="en-US" smtClean="0"/>
              <a:t>10/23/2022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F60F79-160A-482B-9127-33B49CEE1EBE}" type="slidenum">
              <a:rPr lang="en-US" smtClean="0"/>
              <a:t>‹#›</a:t>
            </a:fld>
            <a:endParaRPr lang="en-US"/>
          </a:p>
        </p:txBody>
      </p:sp>
    </p:spTree>
    <p:extLst>
      <p:ext uri="{BB962C8B-B14F-4D97-AF65-F5344CB8AC3E}">
        <p14:creationId xmlns:p14="http://schemas.microsoft.com/office/powerpoint/2010/main" val="3548661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F8F8F2"/>
                </a:solidFill>
                <a:effectLst/>
                <a:latin typeface="Consolas" panose="020B0609020204030204" pitchFamily="49" charset="0"/>
              </a:rPr>
              <a:t>Before we start I want to share with you a conversation I had with the chatbot on the website of the manufacturer of my car.</a:t>
            </a:r>
          </a:p>
          <a:p>
            <a:endParaRPr lang="en-US" dirty="0"/>
          </a:p>
        </p:txBody>
      </p:sp>
      <p:sp>
        <p:nvSpPr>
          <p:cNvPr id="4" name="Slide Number Placeholder 3"/>
          <p:cNvSpPr>
            <a:spLocks noGrp="1"/>
          </p:cNvSpPr>
          <p:nvPr>
            <p:ph type="sldNum" sz="quarter" idx="5"/>
          </p:nvPr>
        </p:nvSpPr>
        <p:spPr/>
        <p:txBody>
          <a:bodyPr/>
          <a:lstStyle/>
          <a:p>
            <a:fld id="{44F60F79-160A-482B-9127-33B49CEE1EBE}" type="slidenum">
              <a:rPr lang="en-US" smtClean="0"/>
              <a:t>1</a:t>
            </a:fld>
            <a:endParaRPr lang="en-US"/>
          </a:p>
        </p:txBody>
      </p:sp>
    </p:spTree>
    <p:extLst>
      <p:ext uri="{BB962C8B-B14F-4D97-AF65-F5344CB8AC3E}">
        <p14:creationId xmlns:p14="http://schemas.microsoft.com/office/powerpoint/2010/main" val="3761766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F60F79-160A-482B-9127-33B49CEE1EBE}" type="slidenum">
              <a:rPr lang="en-US" smtClean="0"/>
              <a:t>2</a:t>
            </a:fld>
            <a:endParaRPr lang="en-US"/>
          </a:p>
        </p:txBody>
      </p:sp>
    </p:spTree>
    <p:extLst>
      <p:ext uri="{BB962C8B-B14F-4D97-AF65-F5344CB8AC3E}">
        <p14:creationId xmlns:p14="http://schemas.microsoft.com/office/powerpoint/2010/main" val="2503552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F60F79-160A-482B-9127-33B49CEE1EBE}" type="slidenum">
              <a:rPr lang="en-US" smtClean="0"/>
              <a:t>3</a:t>
            </a:fld>
            <a:endParaRPr lang="en-US"/>
          </a:p>
        </p:txBody>
      </p:sp>
    </p:spTree>
    <p:extLst>
      <p:ext uri="{BB962C8B-B14F-4D97-AF65-F5344CB8AC3E}">
        <p14:creationId xmlns:p14="http://schemas.microsoft.com/office/powerpoint/2010/main" val="1467280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F8F8F2"/>
                </a:solidFill>
                <a:effectLst/>
                <a:latin typeface="Consolas" panose="020B0609020204030204" pitchFamily="49" charset="0"/>
              </a:rPr>
              <a:t>Hello everyone, my name is Patrick Andriessen.</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The conversation with the Acme chatbot comes from the excellent book: The Personalization Paradox, by Val Swisher and </a:t>
            </a:r>
          </a:p>
          <a:p>
            <a:r>
              <a:rPr lang="en-US" b="0" dirty="0">
                <a:solidFill>
                  <a:srgbClr val="F8F8F2"/>
                </a:solidFill>
                <a:effectLst/>
                <a:latin typeface="Consolas" panose="020B0609020204030204" pitchFamily="49" charset="0"/>
              </a:rPr>
              <a:t>Regina Lynn Preciado. I have however experienced similar conversations with the new chatbot at my current client. </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But, before we start, let me tell you a little bit about myself. And let me start with a small disclaimer. I do not have a background in conversational design. I also do not develop chatbots or have any recent formal training when it comes to AI.</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I do have a formal education in information studies and information management, where I specialized in documentary information systems, </a:t>
            </a:r>
            <a:r>
              <a:rPr lang="en-US" b="0" dirty="0" err="1">
                <a:solidFill>
                  <a:srgbClr val="F8F8F2"/>
                </a:solidFill>
                <a:effectLst/>
                <a:latin typeface="Consolas" panose="020B0609020204030204" pitchFamily="49" charset="0"/>
              </a:rPr>
              <a:t>focussing</a:t>
            </a:r>
            <a:r>
              <a:rPr lang="en-US" b="0" dirty="0">
                <a:solidFill>
                  <a:srgbClr val="F8F8F2"/>
                </a:solidFill>
                <a:effectLst/>
                <a:latin typeface="Consolas" panose="020B0609020204030204" pitchFamily="49" charset="0"/>
              </a:rPr>
              <a:t> on storage and retrieval techniques.</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For the most part of my professional career however, I have worked as a technical communicator.</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Technical communication is a very broad field and exhibits one or more of the following characteristics:</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 It is communication about technology</a:t>
            </a:r>
          </a:p>
          <a:p>
            <a:r>
              <a:rPr lang="en-US" b="0" dirty="0">
                <a:solidFill>
                  <a:srgbClr val="F8F8F2"/>
                </a:solidFill>
                <a:effectLst/>
                <a:latin typeface="Consolas" panose="020B0609020204030204" pitchFamily="49" charset="0"/>
              </a:rPr>
              <a:t>* It is communication using technology</a:t>
            </a:r>
          </a:p>
          <a:p>
            <a:r>
              <a:rPr lang="en-US" b="0" dirty="0">
                <a:solidFill>
                  <a:srgbClr val="F8F8F2"/>
                </a:solidFill>
                <a:effectLst/>
                <a:latin typeface="Consolas" panose="020B0609020204030204" pitchFamily="49" charset="0"/>
              </a:rPr>
              <a:t>* It provides instructions on how to do something</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Over the years I have done many different projects and filled many different roles. I have been:</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 A Technical Writer and Editor</a:t>
            </a:r>
          </a:p>
          <a:p>
            <a:r>
              <a:rPr lang="en-US" b="0" dirty="0">
                <a:solidFill>
                  <a:srgbClr val="F8F8F2"/>
                </a:solidFill>
                <a:effectLst/>
                <a:latin typeface="Consolas" panose="020B0609020204030204" pitchFamily="49" charset="0"/>
              </a:rPr>
              <a:t>* An Information Architect</a:t>
            </a:r>
          </a:p>
          <a:p>
            <a:r>
              <a:rPr lang="en-US" b="0" dirty="0">
                <a:solidFill>
                  <a:srgbClr val="F8F8F2"/>
                </a:solidFill>
                <a:effectLst/>
                <a:latin typeface="Consolas" panose="020B0609020204030204" pitchFamily="49" charset="0"/>
              </a:rPr>
              <a:t>* A Project Manager and Team Lead</a:t>
            </a:r>
          </a:p>
          <a:p>
            <a:r>
              <a:rPr lang="en-US" b="0" dirty="0">
                <a:solidFill>
                  <a:srgbClr val="F8F8F2"/>
                </a:solidFill>
                <a:effectLst/>
                <a:latin typeface="Consolas" panose="020B0609020204030204" pitchFamily="49" charset="0"/>
              </a:rPr>
              <a:t>* An Indexer</a:t>
            </a:r>
          </a:p>
          <a:p>
            <a:r>
              <a:rPr lang="en-US" b="0" dirty="0">
                <a:solidFill>
                  <a:srgbClr val="F8F8F2"/>
                </a:solidFill>
                <a:effectLst/>
                <a:latin typeface="Consolas" panose="020B0609020204030204" pitchFamily="49" charset="0"/>
              </a:rPr>
              <a:t>* A Web Designer</a:t>
            </a:r>
          </a:p>
          <a:p>
            <a:r>
              <a:rPr lang="en-US" b="0" dirty="0">
                <a:solidFill>
                  <a:srgbClr val="F8F8F2"/>
                </a:solidFill>
                <a:effectLst/>
                <a:latin typeface="Consolas" panose="020B0609020204030204" pitchFamily="49" charset="0"/>
              </a:rPr>
              <a:t>* A Content Strategist</a:t>
            </a:r>
          </a:p>
          <a:p>
            <a:r>
              <a:rPr lang="en-US" b="0" dirty="0">
                <a:solidFill>
                  <a:srgbClr val="F8F8F2"/>
                </a:solidFill>
                <a:effectLst/>
                <a:latin typeface="Consolas" panose="020B0609020204030204" pitchFamily="49" charset="0"/>
              </a:rPr>
              <a:t>* An Instructional Designer and Trainer</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Although I do still write and create content, I mostly do consultant work today, with a focus on content strategy and content operations. Basically, I help documentation and content teams improve their processes and tool stacks, and teach them to create smarter content that is Findable, Accessible, Interoperable and Reusable (FAIR).</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Quality content. That is where it - in this case - all begins. At least, that is how I like to look at it.</a:t>
            </a:r>
          </a:p>
        </p:txBody>
      </p:sp>
      <p:sp>
        <p:nvSpPr>
          <p:cNvPr id="4" name="Slide Number Placeholder 3"/>
          <p:cNvSpPr>
            <a:spLocks noGrp="1"/>
          </p:cNvSpPr>
          <p:nvPr>
            <p:ph type="sldNum" sz="quarter" idx="5"/>
          </p:nvPr>
        </p:nvSpPr>
        <p:spPr/>
        <p:txBody>
          <a:bodyPr/>
          <a:lstStyle/>
          <a:p>
            <a:fld id="{44F60F79-160A-482B-9127-33B49CEE1EBE}" type="slidenum">
              <a:rPr lang="en-US" smtClean="0"/>
              <a:t>4</a:t>
            </a:fld>
            <a:endParaRPr lang="en-US"/>
          </a:p>
        </p:txBody>
      </p:sp>
    </p:spTree>
    <p:extLst>
      <p:ext uri="{BB962C8B-B14F-4D97-AF65-F5344CB8AC3E}">
        <p14:creationId xmlns:p14="http://schemas.microsoft.com/office/powerpoint/2010/main" val="2813513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F8F8F2"/>
                </a:solidFill>
                <a:effectLst/>
                <a:latin typeface="Consolas" panose="020B0609020204030204" pitchFamily="49" charset="0"/>
              </a:rPr>
              <a:t>The problem with content in organizations, both large and small, is that there is just so much of it. Everybody within the organization generates, uses and shares content. To name a few examples: </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 Sales creates proposals, presentations and pricing sheets. </a:t>
            </a:r>
          </a:p>
          <a:p>
            <a:r>
              <a:rPr lang="en-US" b="0" dirty="0">
                <a:solidFill>
                  <a:srgbClr val="F8F8F2"/>
                </a:solidFill>
                <a:effectLst/>
                <a:latin typeface="Consolas" panose="020B0609020204030204" pitchFamily="49" charset="0"/>
              </a:rPr>
              <a:t>* Training creates training materials and lesson plans. </a:t>
            </a:r>
          </a:p>
          <a:p>
            <a:r>
              <a:rPr lang="en-US" b="0" dirty="0">
                <a:solidFill>
                  <a:srgbClr val="F8F8F2"/>
                </a:solidFill>
                <a:effectLst/>
                <a:latin typeface="Consolas" panose="020B0609020204030204" pitchFamily="49" charset="0"/>
              </a:rPr>
              <a:t>* The technical publications department (if there is one!) creates instructions for use, maintenance and installation instructions, illustrated parts catalogs. </a:t>
            </a:r>
          </a:p>
          <a:p>
            <a:r>
              <a:rPr lang="en-US" b="0" dirty="0">
                <a:solidFill>
                  <a:srgbClr val="F8F8F2"/>
                </a:solidFill>
                <a:effectLst/>
                <a:latin typeface="Consolas" panose="020B0609020204030204" pitchFamily="49" charset="0"/>
              </a:rPr>
              <a:t>* Engineering and R&amp;D produce information that is related to the design of the product, like technical drawings and functional descriptions. </a:t>
            </a:r>
          </a:p>
          <a:p>
            <a:r>
              <a:rPr lang="en-US" b="0" dirty="0">
                <a:solidFill>
                  <a:srgbClr val="F8F8F2"/>
                </a:solidFill>
                <a:effectLst/>
                <a:latin typeface="Consolas" panose="020B0609020204030204" pitchFamily="49" charset="0"/>
              </a:rPr>
              <a:t>* Marketing creates marketing materials, digital assets (video and graphics) and probably maintains the corporate brand guidelines and website. </a:t>
            </a:r>
          </a:p>
          <a:p>
            <a:r>
              <a:rPr lang="en-US" b="0" dirty="0">
                <a:solidFill>
                  <a:srgbClr val="F8F8F2"/>
                </a:solidFill>
                <a:effectLst/>
                <a:latin typeface="Consolas" panose="020B0609020204030204" pitchFamily="49" charset="0"/>
              </a:rPr>
              <a:t>* And so on.</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All these activities produce a staggering amount of data that - because of its unstructured nature - becomes unwieldy very fast. This is not a new problem. It has been a challenge for organizations for decades. Because so many different people are producing information, finding the information that is correct, valid, and useful is a challenge. </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Simply, throwing SharePoint or a similar system at the problem didn't fix it either, often because the content and documents in the system are left unattended and unmanaged. After a while you basically have the same problem again that you started out with. A large pile of information, locked into documents, that no one can find and use.</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But this is not a story about content management, it is about content quality.</a:t>
            </a:r>
          </a:p>
          <a:p>
            <a:endParaRPr lang="en-US" dirty="0"/>
          </a:p>
        </p:txBody>
      </p:sp>
      <p:sp>
        <p:nvSpPr>
          <p:cNvPr id="4" name="Slide Number Placeholder 3"/>
          <p:cNvSpPr>
            <a:spLocks noGrp="1"/>
          </p:cNvSpPr>
          <p:nvPr>
            <p:ph type="sldNum" sz="quarter" idx="5"/>
          </p:nvPr>
        </p:nvSpPr>
        <p:spPr/>
        <p:txBody>
          <a:bodyPr/>
          <a:lstStyle/>
          <a:p>
            <a:fld id="{44F60F79-160A-482B-9127-33B49CEE1EBE}" type="slidenum">
              <a:rPr lang="en-US" smtClean="0"/>
              <a:t>5</a:t>
            </a:fld>
            <a:endParaRPr lang="en-US"/>
          </a:p>
        </p:txBody>
      </p:sp>
    </p:spTree>
    <p:extLst>
      <p:ext uri="{BB962C8B-B14F-4D97-AF65-F5344CB8AC3E}">
        <p14:creationId xmlns:p14="http://schemas.microsoft.com/office/powerpoint/2010/main" val="3745827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F8F8F2"/>
                </a:solidFill>
                <a:effectLst/>
                <a:latin typeface="Consolas" panose="020B0609020204030204" pitchFamily="49" charset="0"/>
              </a:rPr>
              <a:t>Depending on the findability and quality of your data, an algorithm - like a human - can produce answers to questions. For the sake of simplicity, let's say that those answers can be either good or bad. Good answers help someone succeed in what they are trying to accomplish. However, depending on the nature of your organization, a bad answer can result in anything from:</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 A missed sale.</a:t>
            </a:r>
          </a:p>
          <a:p>
            <a:r>
              <a:rPr lang="en-US" b="0" dirty="0">
                <a:solidFill>
                  <a:srgbClr val="F8F8F2"/>
                </a:solidFill>
                <a:effectLst/>
                <a:latin typeface="Consolas" panose="020B0609020204030204" pitchFamily="49" charset="0"/>
              </a:rPr>
              <a:t>* A call to an already overstretched customer support department.</a:t>
            </a:r>
          </a:p>
          <a:p>
            <a:r>
              <a:rPr lang="en-US" b="0" dirty="0">
                <a:solidFill>
                  <a:srgbClr val="F8F8F2"/>
                </a:solidFill>
                <a:effectLst/>
                <a:latin typeface="Consolas" panose="020B0609020204030204" pitchFamily="49" charset="0"/>
              </a:rPr>
              <a:t>* Someone getting hurt or worse.</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I think it is safe to say that we want our algorithms, like our humans, to give us good answers.</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So, what do we need to do first? We need to create better content! </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Let's start with the basics.</a:t>
            </a:r>
          </a:p>
        </p:txBody>
      </p:sp>
      <p:sp>
        <p:nvSpPr>
          <p:cNvPr id="4" name="Slide Number Placeholder 3"/>
          <p:cNvSpPr>
            <a:spLocks noGrp="1"/>
          </p:cNvSpPr>
          <p:nvPr>
            <p:ph type="sldNum" sz="quarter" idx="5"/>
          </p:nvPr>
        </p:nvSpPr>
        <p:spPr/>
        <p:txBody>
          <a:bodyPr/>
          <a:lstStyle/>
          <a:p>
            <a:fld id="{44F60F79-160A-482B-9127-33B49CEE1EBE}" type="slidenum">
              <a:rPr lang="en-US" smtClean="0"/>
              <a:t>6</a:t>
            </a:fld>
            <a:endParaRPr lang="en-US"/>
          </a:p>
        </p:txBody>
      </p:sp>
    </p:spTree>
    <p:extLst>
      <p:ext uri="{BB962C8B-B14F-4D97-AF65-F5344CB8AC3E}">
        <p14:creationId xmlns:p14="http://schemas.microsoft.com/office/powerpoint/2010/main" val="2087866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F8F8F2"/>
                </a:solidFill>
                <a:effectLst/>
                <a:latin typeface="Consolas" panose="020B0609020204030204" pitchFamily="49" charset="0"/>
              </a:rPr>
              <a:t>In his book:</a:t>
            </a:r>
          </a:p>
          <a:p>
            <a:br>
              <a:rPr lang="en-US" b="0" dirty="0">
                <a:solidFill>
                  <a:srgbClr val="F8F8F2"/>
                </a:solidFill>
                <a:effectLst/>
                <a:latin typeface="Consolas" panose="020B0609020204030204" pitchFamily="49" charset="0"/>
              </a:rPr>
            </a:br>
            <a:r>
              <a:rPr lang="en-US" b="0" i="1" dirty="0">
                <a:solidFill>
                  <a:srgbClr val="F1FA8C"/>
                </a:solidFill>
                <a:effectLst/>
                <a:latin typeface="Consolas" panose="020B0609020204030204" pitchFamily="49" charset="0"/>
              </a:rPr>
              <a:t>_Structured Writing: Rhetoric and Process, Mark Baker claims that most humans are poor writers. With 'poor writers' he does not mean that they use poor grammar or spelling. Or that they create sentences that are way to long. Or that they use the passive voice way to often_</a:t>
            </a:r>
            <a:endParaRPr lang="en-US" b="0" dirty="0">
              <a:solidFill>
                <a:srgbClr val="F8F8F2"/>
              </a:solidFill>
              <a:effectLst/>
              <a:latin typeface="Consolas" panose="020B0609020204030204" pitchFamily="49" charset="0"/>
            </a:endParaRPr>
          </a:p>
          <a:p>
            <a:br>
              <a:rPr lang="en-US" b="0" dirty="0">
                <a:solidFill>
                  <a:srgbClr val="F8F8F2"/>
                </a:solidFill>
                <a:effectLst/>
                <a:latin typeface="Consolas" panose="020B0609020204030204" pitchFamily="49" charset="0"/>
              </a:rPr>
            </a:br>
            <a:r>
              <a:rPr lang="en-US" b="0" i="1" dirty="0">
                <a:solidFill>
                  <a:srgbClr val="F1FA8C"/>
                </a:solidFill>
                <a:effectLst/>
                <a:latin typeface="Consolas" panose="020B0609020204030204" pitchFamily="49" charset="0"/>
              </a:rPr>
              <a:t>_He means that they do not say the right things, in the right way, for the right audience. They leave stuff out that needs to be said, they weigh their text down with things that do not need to be said, or they write in a way that is way to hard to understand._</a:t>
            </a:r>
            <a:endParaRPr lang="en-US" b="0" dirty="0">
              <a:solidFill>
                <a:srgbClr val="F8F8F2"/>
              </a:solidFill>
              <a:effectLst/>
              <a:latin typeface="Consolas" panose="020B0609020204030204" pitchFamily="49" charset="0"/>
            </a:endParaRP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This is my experience as well. In my work as a technical communicator, I often need information that is created by subject matter experts. That information can be in any form. A technical drawing, a list, a comprehensive document. However, it is rarely the case that the subject matter expert (even though they think they did) has documented the answer to one of my questions, like:</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 How does this system work?</a:t>
            </a:r>
          </a:p>
          <a:p>
            <a:r>
              <a:rPr lang="en-US" b="0" dirty="0">
                <a:solidFill>
                  <a:srgbClr val="F8F8F2"/>
                </a:solidFill>
                <a:effectLst/>
                <a:latin typeface="Consolas" panose="020B0609020204030204" pitchFamily="49" charset="0"/>
              </a:rPr>
              <a:t>* How does the operator perform X-Y-Z?</a:t>
            </a:r>
          </a:p>
          <a:p>
            <a:r>
              <a:rPr lang="en-US" b="0" dirty="0">
                <a:solidFill>
                  <a:srgbClr val="F8F8F2"/>
                </a:solidFill>
                <a:effectLst/>
                <a:latin typeface="Consolas" panose="020B0609020204030204" pitchFamily="49" charset="0"/>
              </a:rPr>
              <a:t>* How do you install this piece of kit?</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In his book "The Sense of Style", Harvard psychologist Stephen Pinker, regards the curse of knowledge as the single best explanation for bad writing. The curse of knowledge makes it difficult for us to understand what it is like to not understand something we know. Because of this, we take shortcuts, we make assumptions, we are vague, and we just leave stuff out.</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It is not that we are lazy or that we just don't care. We automatically assume that the person we are communicating with shares a huge collection of experiences, ideas, and vocabulary in common with us. And if those assumptions are correct, than communicating is very efficient.</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Alas, what is obvious to one person, can be obscure to another. The curse of knowledge is that as soon as something becomes obvious to us, we can no longer imagine it being obscure to someone else. It is why much communications between humans fail.</a:t>
            </a:r>
          </a:p>
          <a:p>
            <a:endParaRPr lang="en-US" dirty="0"/>
          </a:p>
        </p:txBody>
      </p:sp>
      <p:sp>
        <p:nvSpPr>
          <p:cNvPr id="4" name="Slide Number Placeholder 3"/>
          <p:cNvSpPr>
            <a:spLocks noGrp="1"/>
          </p:cNvSpPr>
          <p:nvPr>
            <p:ph type="sldNum" sz="quarter" idx="5"/>
          </p:nvPr>
        </p:nvSpPr>
        <p:spPr/>
        <p:txBody>
          <a:bodyPr/>
          <a:lstStyle/>
          <a:p>
            <a:fld id="{44F60F79-160A-482B-9127-33B49CEE1EBE}" type="slidenum">
              <a:rPr lang="en-US" smtClean="0"/>
              <a:t>7</a:t>
            </a:fld>
            <a:endParaRPr lang="en-US"/>
          </a:p>
        </p:txBody>
      </p:sp>
    </p:spTree>
    <p:extLst>
      <p:ext uri="{BB962C8B-B14F-4D97-AF65-F5344CB8AC3E}">
        <p14:creationId xmlns:p14="http://schemas.microsoft.com/office/powerpoint/2010/main" val="2128368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F8F8F2"/>
                </a:solidFill>
                <a:effectLst/>
                <a:latin typeface="Consolas" panose="020B0609020204030204" pitchFamily="49" charset="0"/>
              </a:rPr>
              <a:t>In his book:</a:t>
            </a:r>
          </a:p>
          <a:p>
            <a:br>
              <a:rPr lang="en-US" b="0" dirty="0">
                <a:solidFill>
                  <a:srgbClr val="F8F8F2"/>
                </a:solidFill>
                <a:effectLst/>
                <a:latin typeface="Consolas" panose="020B0609020204030204" pitchFamily="49" charset="0"/>
              </a:rPr>
            </a:br>
            <a:r>
              <a:rPr lang="en-US" b="0" i="1" dirty="0">
                <a:solidFill>
                  <a:srgbClr val="F1FA8C"/>
                </a:solidFill>
                <a:effectLst/>
                <a:latin typeface="Consolas" panose="020B0609020204030204" pitchFamily="49" charset="0"/>
              </a:rPr>
              <a:t>_Structured Writing: Rhetoric and Process, Mark Baker claims that most humans are poor writers. With 'poor writers' he does not mean that they use poor grammar or spelling. Or that they create sentences that are way to long. Or that they use the passive voice way to often_</a:t>
            </a:r>
            <a:endParaRPr lang="en-US" b="0" dirty="0">
              <a:solidFill>
                <a:srgbClr val="F8F8F2"/>
              </a:solidFill>
              <a:effectLst/>
              <a:latin typeface="Consolas" panose="020B0609020204030204" pitchFamily="49" charset="0"/>
            </a:endParaRPr>
          </a:p>
          <a:p>
            <a:br>
              <a:rPr lang="en-US" b="0" dirty="0">
                <a:solidFill>
                  <a:srgbClr val="F8F8F2"/>
                </a:solidFill>
                <a:effectLst/>
                <a:latin typeface="Consolas" panose="020B0609020204030204" pitchFamily="49" charset="0"/>
              </a:rPr>
            </a:br>
            <a:r>
              <a:rPr lang="en-US" b="0" i="1" dirty="0">
                <a:solidFill>
                  <a:srgbClr val="F1FA8C"/>
                </a:solidFill>
                <a:effectLst/>
                <a:latin typeface="Consolas" panose="020B0609020204030204" pitchFamily="49" charset="0"/>
              </a:rPr>
              <a:t>_He means that they do not say the right things, in the right way, for the right audience. They leave stuff out that needs to be said, they weigh their text down with things that do not need to be said, or they write in a way that is way to hard to understand._</a:t>
            </a:r>
            <a:endParaRPr lang="en-US" b="0" dirty="0">
              <a:solidFill>
                <a:srgbClr val="F8F8F2"/>
              </a:solidFill>
              <a:effectLst/>
              <a:latin typeface="Consolas" panose="020B0609020204030204" pitchFamily="49" charset="0"/>
            </a:endParaRP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This is my experience as well. In my work as a technical communicator, I often need information that is created by subject matter experts. That information can be in any form. A technical drawing, a list, a comprehensive document. However, it is rarely the case that the subject matter expert (even though they think they did) has documented the answer to one of my questions, like:</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 How does this system work?</a:t>
            </a:r>
          </a:p>
          <a:p>
            <a:r>
              <a:rPr lang="en-US" b="0" dirty="0">
                <a:solidFill>
                  <a:srgbClr val="F8F8F2"/>
                </a:solidFill>
                <a:effectLst/>
                <a:latin typeface="Consolas" panose="020B0609020204030204" pitchFamily="49" charset="0"/>
              </a:rPr>
              <a:t>* How does the operator perform X-Y-Z?</a:t>
            </a:r>
          </a:p>
          <a:p>
            <a:r>
              <a:rPr lang="en-US" b="0" dirty="0">
                <a:solidFill>
                  <a:srgbClr val="F8F8F2"/>
                </a:solidFill>
                <a:effectLst/>
                <a:latin typeface="Consolas" panose="020B0609020204030204" pitchFamily="49" charset="0"/>
              </a:rPr>
              <a:t>* How do you install this piece of kit?</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In his book "The Sense of Style", Harvard psychologist Stephen Pinker, regards the curse of knowledge as the single best explanation for bad writing. The curse of knowledge makes it difficult for us to understand what it is like to not understand something we know. Because of this, we take shortcuts, we make assumptions, we are vague, and we just leave stuff out.</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It is not that we are lazy or that we just don't care. We automatically assume that the person we are communicating with shares a huge collection of experiences, ideas, and vocabulary in common with us. And if those assumptions are correct, than communicating is very efficient.</a:t>
            </a:r>
          </a:p>
          <a:p>
            <a:br>
              <a:rPr lang="en-US" b="0" dirty="0">
                <a:solidFill>
                  <a:srgbClr val="F8F8F2"/>
                </a:solidFill>
                <a:effectLst/>
                <a:latin typeface="Consolas" panose="020B0609020204030204" pitchFamily="49" charset="0"/>
              </a:rPr>
            </a:br>
            <a:r>
              <a:rPr lang="en-US" b="0" dirty="0">
                <a:solidFill>
                  <a:srgbClr val="F8F8F2"/>
                </a:solidFill>
                <a:effectLst/>
                <a:latin typeface="Consolas" panose="020B0609020204030204" pitchFamily="49" charset="0"/>
              </a:rPr>
              <a:t>Alas, what is obvious to one person, can be obscure to another. The curse of knowledge is that as soon as something becomes obvious to us, we can no longer imagine it being obscure to someone else. It is why much communications between humans fail.</a:t>
            </a:r>
          </a:p>
          <a:p>
            <a:endParaRPr lang="en-US" dirty="0"/>
          </a:p>
        </p:txBody>
      </p:sp>
      <p:sp>
        <p:nvSpPr>
          <p:cNvPr id="4" name="Slide Number Placeholder 3"/>
          <p:cNvSpPr>
            <a:spLocks noGrp="1"/>
          </p:cNvSpPr>
          <p:nvPr>
            <p:ph type="sldNum" sz="quarter" idx="5"/>
          </p:nvPr>
        </p:nvSpPr>
        <p:spPr/>
        <p:txBody>
          <a:bodyPr/>
          <a:lstStyle/>
          <a:p>
            <a:fld id="{44F60F79-160A-482B-9127-33B49CEE1EBE}" type="slidenum">
              <a:rPr lang="en-US" smtClean="0"/>
              <a:t>8</a:t>
            </a:fld>
            <a:endParaRPr lang="en-US"/>
          </a:p>
        </p:txBody>
      </p:sp>
    </p:spTree>
    <p:extLst>
      <p:ext uri="{BB962C8B-B14F-4D97-AF65-F5344CB8AC3E}">
        <p14:creationId xmlns:p14="http://schemas.microsoft.com/office/powerpoint/2010/main" val="2152983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F60F79-160A-482B-9127-33B49CEE1EBE}" type="slidenum">
              <a:rPr lang="en-US" smtClean="0"/>
              <a:t>9</a:t>
            </a:fld>
            <a:endParaRPr lang="en-US"/>
          </a:p>
        </p:txBody>
      </p:sp>
    </p:spTree>
    <p:extLst>
      <p:ext uri="{BB962C8B-B14F-4D97-AF65-F5344CB8AC3E}">
        <p14:creationId xmlns:p14="http://schemas.microsoft.com/office/powerpoint/2010/main" val="1299538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7C1B-F788-45E7-8B52-1F95E7600E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4F5D324D-12B6-4C57-9522-4A8106D8F5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dirty="0"/>
          </a:p>
        </p:txBody>
      </p:sp>
      <p:sp>
        <p:nvSpPr>
          <p:cNvPr id="5" name="Footer Placeholder 4">
            <a:extLst>
              <a:ext uri="{FF2B5EF4-FFF2-40B4-BE49-F238E27FC236}">
                <a16:creationId xmlns:a16="http://schemas.microsoft.com/office/drawing/2014/main" id="{5B314D45-688A-4504-BD1A-FDB6A56034A0}"/>
              </a:ext>
            </a:extLst>
          </p:cNvPr>
          <p:cNvSpPr>
            <a:spLocks noGrp="1"/>
          </p:cNvSpPr>
          <p:nvPr>
            <p:ph type="ftr" sz="quarter" idx="11"/>
          </p:nvPr>
        </p:nvSpPr>
        <p:spPr/>
        <p:txBody>
          <a:bodyPr/>
          <a:lstStyle/>
          <a:p>
            <a:r>
              <a:rPr lang="nl-NL" dirty="0"/>
              <a:t>© 2022</a:t>
            </a:r>
          </a:p>
        </p:txBody>
      </p:sp>
      <p:sp>
        <p:nvSpPr>
          <p:cNvPr id="6" name="Slide Number Placeholder 5">
            <a:extLst>
              <a:ext uri="{FF2B5EF4-FFF2-40B4-BE49-F238E27FC236}">
                <a16:creationId xmlns:a16="http://schemas.microsoft.com/office/drawing/2014/main" id="{8A1ECAC6-0ACA-4C8E-A05C-14275AA42A98}"/>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2717782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97602-FDE7-47E7-9C92-20DD694310E0}"/>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20FEE2FB-7783-4F03-9090-963596BB19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Footer Placeholder 4">
            <a:extLst>
              <a:ext uri="{FF2B5EF4-FFF2-40B4-BE49-F238E27FC236}">
                <a16:creationId xmlns:a16="http://schemas.microsoft.com/office/drawing/2014/main" id="{ADEF2C83-8F34-4F05-AD64-0821422EBD42}"/>
              </a:ext>
            </a:extLst>
          </p:cNvPr>
          <p:cNvSpPr>
            <a:spLocks noGrp="1"/>
          </p:cNvSpPr>
          <p:nvPr>
            <p:ph type="ftr" sz="quarter" idx="11"/>
          </p:nvPr>
        </p:nvSpPr>
        <p:spPr/>
        <p:txBody>
          <a:bodyPr/>
          <a:lstStyle/>
          <a:p>
            <a:r>
              <a:rPr lang="nl-NL" dirty="0"/>
              <a:t>© 2022</a:t>
            </a:r>
          </a:p>
        </p:txBody>
      </p:sp>
      <p:sp>
        <p:nvSpPr>
          <p:cNvPr id="6" name="Slide Number Placeholder 5">
            <a:extLst>
              <a:ext uri="{FF2B5EF4-FFF2-40B4-BE49-F238E27FC236}">
                <a16:creationId xmlns:a16="http://schemas.microsoft.com/office/drawing/2014/main" id="{928F5814-0FC5-423C-A95D-B7D56FED7FC8}"/>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4007523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669DC-A540-43FE-A843-7EF6F82B3C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FFE22F54-31EE-44D4-8158-9D85EE4F4E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4ACAD076-0074-437B-BB0D-4E4AF2B089D6}"/>
              </a:ext>
            </a:extLst>
          </p:cNvPr>
          <p:cNvSpPr>
            <a:spLocks noGrp="1"/>
          </p:cNvSpPr>
          <p:nvPr>
            <p:ph type="ftr" sz="quarter" idx="11"/>
          </p:nvPr>
        </p:nvSpPr>
        <p:spPr/>
        <p:txBody>
          <a:bodyPr/>
          <a:lstStyle/>
          <a:p>
            <a:r>
              <a:rPr lang="nl-NL" dirty="0"/>
              <a:t>© 2022</a:t>
            </a:r>
          </a:p>
        </p:txBody>
      </p:sp>
      <p:sp>
        <p:nvSpPr>
          <p:cNvPr id="6" name="Slide Number Placeholder 5">
            <a:extLst>
              <a:ext uri="{FF2B5EF4-FFF2-40B4-BE49-F238E27FC236}">
                <a16:creationId xmlns:a16="http://schemas.microsoft.com/office/drawing/2014/main" id="{8308C31A-FEE1-44DF-9DC7-3E4CB38DD976}"/>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3382254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51CBC-C198-46CD-933C-ACCC08843F56}"/>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74A462E3-6CAC-46CD-9F10-435E361274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F3BEFEAC-2B6D-4BA8-A13E-7455C3ED2A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a:extLst>
              <a:ext uri="{FF2B5EF4-FFF2-40B4-BE49-F238E27FC236}">
                <a16:creationId xmlns:a16="http://schemas.microsoft.com/office/drawing/2014/main" id="{D5939481-9547-4445-ACD8-598946B4A7ED}"/>
              </a:ext>
            </a:extLst>
          </p:cNvPr>
          <p:cNvSpPr>
            <a:spLocks noGrp="1"/>
          </p:cNvSpPr>
          <p:nvPr>
            <p:ph type="ftr" sz="quarter" idx="11"/>
          </p:nvPr>
        </p:nvSpPr>
        <p:spPr/>
        <p:txBody>
          <a:bodyPr/>
          <a:lstStyle/>
          <a:p>
            <a:r>
              <a:rPr lang="nl-NL" dirty="0"/>
              <a:t>© 2022</a:t>
            </a:r>
          </a:p>
        </p:txBody>
      </p:sp>
      <p:sp>
        <p:nvSpPr>
          <p:cNvPr id="7" name="Slide Number Placeholder 6">
            <a:extLst>
              <a:ext uri="{FF2B5EF4-FFF2-40B4-BE49-F238E27FC236}">
                <a16:creationId xmlns:a16="http://schemas.microsoft.com/office/drawing/2014/main" id="{BBABD16A-1F85-47DA-A1BB-454EDBA0AD1F}"/>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812419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70DAC-C3BD-456B-9909-58BEC7CBE19D}"/>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00D939BF-87D2-4E0F-9DD9-36B1B7882A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B6302C-106A-453F-AA20-814D33399A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4A027538-28A6-4A2C-A688-58512A0F95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693EE1-964B-4F18-8C62-D0C49236A0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8" name="Footer Placeholder 7">
            <a:extLst>
              <a:ext uri="{FF2B5EF4-FFF2-40B4-BE49-F238E27FC236}">
                <a16:creationId xmlns:a16="http://schemas.microsoft.com/office/drawing/2014/main" id="{E96B97AA-1A85-4696-A015-E6C9C9AB9152}"/>
              </a:ext>
            </a:extLst>
          </p:cNvPr>
          <p:cNvSpPr>
            <a:spLocks noGrp="1"/>
          </p:cNvSpPr>
          <p:nvPr>
            <p:ph type="ftr" sz="quarter" idx="11"/>
          </p:nvPr>
        </p:nvSpPr>
        <p:spPr/>
        <p:txBody>
          <a:bodyPr/>
          <a:lstStyle/>
          <a:p>
            <a:r>
              <a:rPr lang="nl-NL" dirty="0"/>
              <a:t>© 2022</a:t>
            </a:r>
          </a:p>
        </p:txBody>
      </p:sp>
      <p:sp>
        <p:nvSpPr>
          <p:cNvPr id="9" name="Slide Number Placeholder 8">
            <a:extLst>
              <a:ext uri="{FF2B5EF4-FFF2-40B4-BE49-F238E27FC236}">
                <a16:creationId xmlns:a16="http://schemas.microsoft.com/office/drawing/2014/main" id="{09E65B70-E303-4B8A-812A-A809206A87F6}"/>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775943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DBEAD-5C6E-4BBE-AF18-C9284518317C}"/>
              </a:ext>
            </a:extLst>
          </p:cNvPr>
          <p:cNvSpPr>
            <a:spLocks noGrp="1"/>
          </p:cNvSpPr>
          <p:nvPr>
            <p:ph type="title"/>
          </p:nvPr>
        </p:nvSpPr>
        <p:spPr/>
        <p:txBody>
          <a:bodyPr/>
          <a:lstStyle/>
          <a:p>
            <a:r>
              <a:rPr lang="en-US"/>
              <a:t>Click to edit Master title style</a:t>
            </a:r>
            <a:endParaRPr lang="nl-NL"/>
          </a:p>
        </p:txBody>
      </p:sp>
      <p:sp>
        <p:nvSpPr>
          <p:cNvPr id="4" name="Footer Placeholder 3">
            <a:extLst>
              <a:ext uri="{FF2B5EF4-FFF2-40B4-BE49-F238E27FC236}">
                <a16:creationId xmlns:a16="http://schemas.microsoft.com/office/drawing/2014/main" id="{8FC7DC24-B64A-44A4-990C-BA6D37612569}"/>
              </a:ext>
            </a:extLst>
          </p:cNvPr>
          <p:cNvSpPr>
            <a:spLocks noGrp="1"/>
          </p:cNvSpPr>
          <p:nvPr>
            <p:ph type="ftr" sz="quarter" idx="11"/>
          </p:nvPr>
        </p:nvSpPr>
        <p:spPr/>
        <p:txBody>
          <a:bodyPr/>
          <a:lstStyle/>
          <a:p>
            <a:r>
              <a:rPr lang="nl-NL" dirty="0"/>
              <a:t>© 2022</a:t>
            </a:r>
          </a:p>
        </p:txBody>
      </p:sp>
      <p:sp>
        <p:nvSpPr>
          <p:cNvPr id="5" name="Slide Number Placeholder 4">
            <a:extLst>
              <a:ext uri="{FF2B5EF4-FFF2-40B4-BE49-F238E27FC236}">
                <a16:creationId xmlns:a16="http://schemas.microsoft.com/office/drawing/2014/main" id="{A1D877AD-5057-45D4-9416-FDB7843C703C}"/>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3311023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C690B57-2223-48E6-BF4A-B2BEBEC39969}"/>
              </a:ext>
            </a:extLst>
          </p:cNvPr>
          <p:cNvSpPr>
            <a:spLocks noGrp="1"/>
          </p:cNvSpPr>
          <p:nvPr>
            <p:ph type="ftr" sz="quarter" idx="11"/>
          </p:nvPr>
        </p:nvSpPr>
        <p:spPr/>
        <p:txBody>
          <a:bodyPr/>
          <a:lstStyle/>
          <a:p>
            <a:r>
              <a:rPr lang="nl-NL" dirty="0"/>
              <a:t>© 2022</a:t>
            </a:r>
          </a:p>
        </p:txBody>
      </p:sp>
      <p:sp>
        <p:nvSpPr>
          <p:cNvPr id="4" name="Slide Number Placeholder 3">
            <a:extLst>
              <a:ext uri="{FF2B5EF4-FFF2-40B4-BE49-F238E27FC236}">
                <a16:creationId xmlns:a16="http://schemas.microsoft.com/office/drawing/2014/main" id="{72F9A3E1-EE11-4140-A5EF-20709E0AD95D}"/>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1039900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5DE1B-5D52-48A3-B300-6D7E37EBF6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E90FBDAA-EEE5-4986-8F2B-65181B2AF4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C04F7176-8F59-4E1A-A609-6280D5843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2F549C52-8EB1-4B27-B97C-A2B23831B54A}"/>
              </a:ext>
            </a:extLst>
          </p:cNvPr>
          <p:cNvSpPr>
            <a:spLocks noGrp="1"/>
          </p:cNvSpPr>
          <p:nvPr>
            <p:ph type="ftr" sz="quarter" idx="11"/>
          </p:nvPr>
        </p:nvSpPr>
        <p:spPr/>
        <p:txBody>
          <a:bodyPr/>
          <a:lstStyle/>
          <a:p>
            <a:r>
              <a:rPr lang="nl-NL" dirty="0"/>
              <a:t>© 2022</a:t>
            </a:r>
          </a:p>
        </p:txBody>
      </p:sp>
      <p:sp>
        <p:nvSpPr>
          <p:cNvPr id="7" name="Slide Number Placeholder 6">
            <a:extLst>
              <a:ext uri="{FF2B5EF4-FFF2-40B4-BE49-F238E27FC236}">
                <a16:creationId xmlns:a16="http://schemas.microsoft.com/office/drawing/2014/main" id="{013A2797-8776-4537-B401-81D05984A008}"/>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2403623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DD7DB-C862-48BC-AEA7-A10ECFA535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645F49FD-26B6-45EC-988E-4D30AB7B8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sp>
        <p:nvSpPr>
          <p:cNvPr id="4" name="Text Placeholder 3">
            <a:extLst>
              <a:ext uri="{FF2B5EF4-FFF2-40B4-BE49-F238E27FC236}">
                <a16:creationId xmlns:a16="http://schemas.microsoft.com/office/drawing/2014/main" id="{E879CC8F-4198-4C7D-9AA6-7B10139428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D550F6E2-3386-45FE-9671-82FAFB7C868D}"/>
              </a:ext>
            </a:extLst>
          </p:cNvPr>
          <p:cNvSpPr>
            <a:spLocks noGrp="1"/>
          </p:cNvSpPr>
          <p:nvPr>
            <p:ph type="ftr" sz="quarter" idx="11"/>
          </p:nvPr>
        </p:nvSpPr>
        <p:spPr/>
        <p:txBody>
          <a:bodyPr/>
          <a:lstStyle/>
          <a:p>
            <a:r>
              <a:rPr lang="nl-NL" dirty="0"/>
              <a:t>© 2022</a:t>
            </a:r>
          </a:p>
        </p:txBody>
      </p:sp>
      <p:sp>
        <p:nvSpPr>
          <p:cNvPr id="7" name="Slide Number Placeholder 6">
            <a:extLst>
              <a:ext uri="{FF2B5EF4-FFF2-40B4-BE49-F238E27FC236}">
                <a16:creationId xmlns:a16="http://schemas.microsoft.com/office/drawing/2014/main" id="{783EAC3B-23F5-4692-A5F5-E9978675FE89}"/>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3144636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C9F5-EC1B-452C-9B25-69A2FE19FB9E}"/>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9ECF11A8-92E5-4425-B94B-B609D3081F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Footer Placeholder 4">
            <a:extLst>
              <a:ext uri="{FF2B5EF4-FFF2-40B4-BE49-F238E27FC236}">
                <a16:creationId xmlns:a16="http://schemas.microsoft.com/office/drawing/2014/main" id="{86321B0E-7F7D-4C50-A606-846ACB0A34A9}"/>
              </a:ext>
            </a:extLst>
          </p:cNvPr>
          <p:cNvSpPr>
            <a:spLocks noGrp="1"/>
          </p:cNvSpPr>
          <p:nvPr>
            <p:ph type="ftr" sz="quarter" idx="11"/>
          </p:nvPr>
        </p:nvSpPr>
        <p:spPr/>
        <p:txBody>
          <a:bodyPr/>
          <a:lstStyle/>
          <a:p>
            <a:r>
              <a:rPr lang="nl-NL" dirty="0"/>
              <a:t>© 2022</a:t>
            </a:r>
          </a:p>
        </p:txBody>
      </p:sp>
      <p:sp>
        <p:nvSpPr>
          <p:cNvPr id="6" name="Slide Number Placeholder 5">
            <a:extLst>
              <a:ext uri="{FF2B5EF4-FFF2-40B4-BE49-F238E27FC236}">
                <a16:creationId xmlns:a16="http://schemas.microsoft.com/office/drawing/2014/main" id="{68DF3D32-7160-43EC-A1A6-9BCF2C9F8642}"/>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420191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C2FCA0-EBD1-4896-8C1B-F439AF3230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98160DD4-8D1C-4699-A027-8A09E25BD1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Footer Placeholder 4">
            <a:extLst>
              <a:ext uri="{FF2B5EF4-FFF2-40B4-BE49-F238E27FC236}">
                <a16:creationId xmlns:a16="http://schemas.microsoft.com/office/drawing/2014/main" id="{B19B128E-B8C4-466B-9053-A76DD725DD84}"/>
              </a:ext>
            </a:extLst>
          </p:cNvPr>
          <p:cNvSpPr>
            <a:spLocks noGrp="1"/>
          </p:cNvSpPr>
          <p:nvPr>
            <p:ph type="ftr" sz="quarter" idx="11"/>
          </p:nvPr>
        </p:nvSpPr>
        <p:spPr/>
        <p:txBody>
          <a:bodyPr/>
          <a:lstStyle/>
          <a:p>
            <a:endParaRPr lang="nl-NL" dirty="0"/>
          </a:p>
        </p:txBody>
      </p:sp>
      <p:sp>
        <p:nvSpPr>
          <p:cNvPr id="6" name="Slide Number Placeholder 5">
            <a:extLst>
              <a:ext uri="{FF2B5EF4-FFF2-40B4-BE49-F238E27FC236}">
                <a16:creationId xmlns:a16="http://schemas.microsoft.com/office/drawing/2014/main" id="{6631AE60-59A5-452E-A266-8E997235537D}"/>
              </a:ext>
            </a:extLst>
          </p:cNvPr>
          <p:cNvSpPr>
            <a:spLocks noGrp="1"/>
          </p:cNvSpPr>
          <p:nvPr>
            <p:ph type="sldNum" sz="quarter" idx="12"/>
          </p:nvPr>
        </p:nvSpPr>
        <p:spPr/>
        <p:txBody>
          <a:bodyPr/>
          <a:lstStyle/>
          <a:p>
            <a:fld id="{D5EF50C0-B963-44B3-B486-B26B1B968C9B}" type="slidenum">
              <a:rPr lang="nl-NL" smtClean="0"/>
              <a:t>‹#›</a:t>
            </a:fld>
            <a:endParaRPr lang="nl-NL"/>
          </a:p>
        </p:txBody>
      </p:sp>
    </p:spTree>
    <p:extLst>
      <p:ext uri="{BB962C8B-B14F-4D97-AF65-F5344CB8AC3E}">
        <p14:creationId xmlns:p14="http://schemas.microsoft.com/office/powerpoint/2010/main" val="3197395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A78639-010E-4CE9-885E-7923DD2168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nl-NL" dirty="0"/>
          </a:p>
        </p:txBody>
      </p:sp>
      <p:sp>
        <p:nvSpPr>
          <p:cNvPr id="3" name="Text Placeholder 2">
            <a:extLst>
              <a:ext uri="{FF2B5EF4-FFF2-40B4-BE49-F238E27FC236}">
                <a16:creationId xmlns:a16="http://schemas.microsoft.com/office/drawing/2014/main" id="{39668844-7543-4B80-A920-2DA4539AF0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Footer Placeholder 4">
            <a:extLst>
              <a:ext uri="{FF2B5EF4-FFF2-40B4-BE49-F238E27FC236}">
                <a16:creationId xmlns:a16="http://schemas.microsoft.com/office/drawing/2014/main" id="{3F7989BB-90BC-4C6E-912F-DC5C46F01B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Jost" pitchFamily="2" charset="0"/>
                <a:ea typeface="Jost" pitchFamily="2" charset="0"/>
              </a:defRPr>
            </a:lvl1pPr>
          </a:lstStyle>
          <a:p>
            <a:r>
              <a:rPr lang="nl-NL" dirty="0"/>
              <a:t>© 2022</a:t>
            </a:r>
          </a:p>
        </p:txBody>
      </p:sp>
      <p:sp>
        <p:nvSpPr>
          <p:cNvPr id="6" name="Slide Number Placeholder 5">
            <a:extLst>
              <a:ext uri="{FF2B5EF4-FFF2-40B4-BE49-F238E27FC236}">
                <a16:creationId xmlns:a16="http://schemas.microsoft.com/office/drawing/2014/main" id="{7A70592C-B5B6-4485-AA37-5E95BF3E5D3D}"/>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Jost" pitchFamily="2" charset="0"/>
                <a:ea typeface="Jost" pitchFamily="2" charset="0"/>
              </a:defRPr>
            </a:lvl1pPr>
          </a:lstStyle>
          <a:p>
            <a:fld id="{D5EF50C0-B963-44B3-B486-B26B1B968C9B}" type="slidenum">
              <a:rPr lang="nl-NL" smtClean="0"/>
              <a:pPr/>
              <a:t>‹#›</a:t>
            </a:fld>
            <a:endParaRPr lang="nl-NL" dirty="0"/>
          </a:p>
        </p:txBody>
      </p:sp>
    </p:spTree>
    <p:extLst>
      <p:ext uri="{BB962C8B-B14F-4D97-AF65-F5344CB8AC3E}">
        <p14:creationId xmlns:p14="http://schemas.microsoft.com/office/powerpoint/2010/main" val="3702377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b="0" kern="1200">
          <a:solidFill>
            <a:schemeClr val="tx1"/>
          </a:solidFill>
          <a:latin typeface="Jost Black" pitchFamily="2" charset="0"/>
          <a:ea typeface="Jost Black"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Jost" pitchFamily="2" charset="0"/>
          <a:ea typeface="Jost"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Jost" pitchFamily="2" charset="0"/>
          <a:ea typeface="Jost"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Jost" pitchFamily="2" charset="0"/>
          <a:ea typeface="Jost"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Jost" pitchFamily="2" charset="0"/>
          <a:ea typeface="Jost"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Jost" pitchFamily="2" charset="0"/>
          <a:ea typeface="Jost"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linktr.ee/napnampa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linktr.ee/napnampat"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C255BD2-ABA2-DF49-BA46-8EF1D2A57985}"/>
              </a:ext>
            </a:extLst>
          </p:cNvPr>
          <p:cNvSpPr>
            <a:spLocks noGrp="1"/>
          </p:cNvSpPr>
          <p:nvPr>
            <p:ph sz="half" idx="2"/>
          </p:nvPr>
        </p:nvSpPr>
        <p:spPr>
          <a:xfrm>
            <a:off x="6172200" y="851589"/>
            <a:ext cx="5181600" cy="5325374"/>
          </a:xfrm>
        </p:spPr>
        <p:txBody>
          <a:bodyPr/>
          <a:lstStyle/>
          <a:p>
            <a:pPr marL="0" indent="0">
              <a:buNone/>
            </a:pPr>
            <a:r>
              <a:rPr lang="en-US" sz="4400" b="1" dirty="0"/>
              <a:t>Structured writing</a:t>
            </a:r>
          </a:p>
          <a:p>
            <a:pPr marL="0" indent="0">
              <a:buNone/>
            </a:pPr>
            <a:r>
              <a:rPr lang="en-US" sz="2400" i="1" dirty="0"/>
              <a:t>How it can help your AI to get the right answers for your customers.</a:t>
            </a:r>
            <a:endParaRPr lang="en-US" sz="2400" dirty="0"/>
          </a:p>
          <a:p>
            <a:pPr marL="0" indent="0">
              <a:buNone/>
            </a:pPr>
            <a:endParaRPr lang="en-US" sz="4400" b="1" dirty="0"/>
          </a:p>
          <a:p>
            <a:pPr marL="0" indent="0">
              <a:buNone/>
            </a:pPr>
            <a:endParaRPr lang="en-US" dirty="0"/>
          </a:p>
          <a:p>
            <a:pPr marL="0" indent="0">
              <a:buNone/>
            </a:pPr>
            <a:r>
              <a:rPr lang="en-US" dirty="0" err="1"/>
              <a:t>Convoclub</a:t>
            </a:r>
            <a:r>
              <a:rPr lang="en-US" dirty="0"/>
              <a:t> – 27 October 2022</a:t>
            </a:r>
          </a:p>
        </p:txBody>
      </p:sp>
      <p:pic>
        <p:nvPicPr>
          <p:cNvPr id="6" name="Picture 2" descr="Machine Learning">
            <a:extLst>
              <a:ext uri="{FF2B5EF4-FFF2-40B4-BE49-F238E27FC236}">
                <a16:creationId xmlns:a16="http://schemas.microsoft.com/office/drawing/2014/main" id="{C57DB911-8F1A-9D0C-0BD2-5EB8A6963CD8}"/>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695400" y="766658"/>
            <a:ext cx="4500487" cy="532537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D0CD169-EEC2-EE97-63B1-5DA1028D1E65}"/>
              </a:ext>
            </a:extLst>
          </p:cNvPr>
          <p:cNvSpPr txBox="1"/>
          <p:nvPr/>
        </p:nvSpPr>
        <p:spPr>
          <a:xfrm>
            <a:off x="1487488" y="6091342"/>
            <a:ext cx="3708399" cy="276999"/>
          </a:xfrm>
          <a:prstGeom prst="rect">
            <a:avLst/>
          </a:prstGeom>
          <a:noFill/>
        </p:spPr>
        <p:txBody>
          <a:bodyPr wrap="square">
            <a:spAutoFit/>
          </a:bodyPr>
          <a:lstStyle/>
          <a:p>
            <a:pPr algn="r"/>
            <a:r>
              <a:rPr lang="en-US" sz="1200" i="1" dirty="0">
                <a:latin typeface="Jost" pitchFamily="2" charset="0"/>
                <a:ea typeface="Jost" pitchFamily="2" charset="0"/>
              </a:rPr>
              <a:t>© Randall Munroe (XKCD) https://xkcd.com/1838</a:t>
            </a:r>
          </a:p>
        </p:txBody>
      </p:sp>
    </p:spTree>
    <p:extLst>
      <p:ext uri="{BB962C8B-B14F-4D97-AF65-F5344CB8AC3E}">
        <p14:creationId xmlns:p14="http://schemas.microsoft.com/office/powerpoint/2010/main" val="40197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A417D0-F60A-6CEA-85EA-5CE5E83D97DA}"/>
              </a:ext>
            </a:extLst>
          </p:cNvPr>
          <p:cNvSpPr>
            <a:spLocks noGrp="1"/>
          </p:cNvSpPr>
          <p:nvPr>
            <p:ph idx="1"/>
          </p:nvPr>
        </p:nvSpPr>
        <p:spPr>
          <a:xfrm>
            <a:off x="838200" y="332656"/>
            <a:ext cx="10515600" cy="5844307"/>
          </a:xfrm>
        </p:spPr>
        <p:txBody>
          <a:bodyPr>
            <a:normAutofit/>
          </a:bodyPr>
          <a:lstStyle/>
          <a:p>
            <a:pPr marL="0" indent="0">
              <a:buNone/>
            </a:pPr>
            <a:endParaRPr lang="en-US" b="1" dirty="0"/>
          </a:p>
          <a:p>
            <a:pPr marL="0" indent="0">
              <a:buNone/>
            </a:pPr>
            <a:r>
              <a:rPr lang="en-US" b="1" dirty="0"/>
              <a:t>Chatbot</a:t>
            </a:r>
            <a:r>
              <a:rPr lang="en-US" dirty="0"/>
              <a:t>: 	Hello! How can I help you today?</a:t>
            </a:r>
          </a:p>
          <a:p>
            <a:pPr marL="0" indent="0">
              <a:buNone/>
            </a:pPr>
            <a:r>
              <a:rPr lang="en-US" b="1" dirty="0"/>
              <a:t>Me</a:t>
            </a:r>
            <a:r>
              <a:rPr lang="en-US" dirty="0"/>
              <a:t>: 		I need to change the battery in my key fob.</a:t>
            </a:r>
          </a:p>
          <a:p>
            <a:pPr marL="0" indent="0">
              <a:buNone/>
            </a:pPr>
            <a:r>
              <a:rPr lang="en-US" b="1" dirty="0"/>
              <a:t>Chatbot</a:t>
            </a:r>
            <a:r>
              <a:rPr lang="en-US" dirty="0"/>
              <a:t>: 	I understand you need to replace the battery in you key 		fob. I'd be happy to help you with that. But first I need 		to ask some questions.</a:t>
            </a:r>
          </a:p>
          <a:p>
            <a:pPr marL="0" indent="0">
              <a:buNone/>
            </a:pPr>
            <a:r>
              <a:rPr lang="en-US" b="1" dirty="0"/>
              <a:t>Chatbot</a:t>
            </a:r>
            <a:r>
              <a:rPr lang="en-US" dirty="0"/>
              <a:t>: 	What is the year, make, and model of your car?</a:t>
            </a:r>
          </a:p>
          <a:p>
            <a:pPr marL="0" indent="0">
              <a:buNone/>
            </a:pPr>
            <a:r>
              <a:rPr lang="en-US" b="1" dirty="0"/>
              <a:t>Me</a:t>
            </a:r>
            <a:r>
              <a:rPr lang="en-US" dirty="0"/>
              <a:t>: 		2018 Acme Sedan</a:t>
            </a:r>
          </a:p>
          <a:p>
            <a:pPr marL="0" indent="0">
              <a:buNone/>
            </a:pPr>
            <a:r>
              <a:rPr lang="en-US" b="1" dirty="0"/>
              <a:t>Chatbot</a:t>
            </a:r>
            <a:r>
              <a:rPr lang="en-US" dirty="0"/>
              <a:t>: 	You said you have a 2018 Acme Sedan. Is that correct?</a:t>
            </a:r>
          </a:p>
          <a:p>
            <a:pPr marL="0" indent="0">
              <a:buNone/>
            </a:pPr>
            <a:r>
              <a:rPr lang="en-US" b="1" dirty="0"/>
              <a:t>Me</a:t>
            </a:r>
            <a:r>
              <a:rPr lang="en-US" dirty="0"/>
              <a:t>: 		Yes </a:t>
            </a:r>
          </a:p>
          <a:p>
            <a:pPr marL="0" indent="0">
              <a:buNone/>
            </a:pPr>
            <a:endParaRPr lang="en-US" dirty="0"/>
          </a:p>
          <a:p>
            <a:pPr marL="0" indent="0">
              <a:buNone/>
            </a:pPr>
            <a:r>
              <a:rPr lang="en-US" dirty="0"/>
              <a:t>Time goes by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55956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A417D0-F60A-6CEA-85EA-5CE5E83D97DA}"/>
              </a:ext>
            </a:extLst>
          </p:cNvPr>
          <p:cNvSpPr>
            <a:spLocks noGrp="1"/>
          </p:cNvSpPr>
          <p:nvPr>
            <p:ph idx="1"/>
          </p:nvPr>
        </p:nvSpPr>
        <p:spPr>
          <a:xfrm>
            <a:off x="838200" y="332656"/>
            <a:ext cx="10515600" cy="5844307"/>
          </a:xfrm>
        </p:spPr>
        <p:txBody>
          <a:bodyPr>
            <a:normAutofit/>
          </a:bodyPr>
          <a:lstStyle/>
          <a:p>
            <a:pPr marL="0" indent="0">
              <a:buNone/>
            </a:pPr>
            <a:endParaRPr lang="en-US" b="1" dirty="0"/>
          </a:p>
          <a:p>
            <a:pPr marL="0" indent="0">
              <a:buNone/>
            </a:pPr>
            <a:r>
              <a:rPr lang="en-US" b="1" dirty="0"/>
              <a:t>Chatbot</a:t>
            </a:r>
            <a:r>
              <a:rPr lang="en-US" dirty="0"/>
              <a:t>: Here is the 2018 Acme Sedan Owner's Manual.</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grpSp>
        <p:nvGrpSpPr>
          <p:cNvPr id="6" name="Group 5">
            <a:extLst>
              <a:ext uri="{FF2B5EF4-FFF2-40B4-BE49-F238E27FC236}">
                <a16:creationId xmlns:a16="http://schemas.microsoft.com/office/drawing/2014/main" id="{CA130E11-7824-7236-C76E-99DA60E4B462}"/>
              </a:ext>
            </a:extLst>
          </p:cNvPr>
          <p:cNvGrpSpPr/>
          <p:nvPr/>
        </p:nvGrpSpPr>
        <p:grpSpPr>
          <a:xfrm>
            <a:off x="844479" y="1484784"/>
            <a:ext cx="7801672" cy="4902711"/>
            <a:chOff x="911424" y="908720"/>
            <a:chExt cx="7801672" cy="4902711"/>
          </a:xfrm>
        </p:grpSpPr>
        <p:pic>
          <p:nvPicPr>
            <p:cNvPr id="4" name="Picture 3" descr="A box with a picture of a car on it&#10;&#10;Description automatically generated with low confidence">
              <a:extLst>
                <a:ext uri="{FF2B5EF4-FFF2-40B4-BE49-F238E27FC236}">
                  <a16:creationId xmlns:a16="http://schemas.microsoft.com/office/drawing/2014/main" id="{BC8EBE6D-6189-69E0-A418-7E61014C8D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424" y="908720"/>
              <a:ext cx="7801672" cy="4902711"/>
            </a:xfrm>
            <a:prstGeom prst="rect">
              <a:avLst/>
            </a:prstGeom>
          </p:spPr>
        </p:pic>
        <p:sp>
          <p:nvSpPr>
            <p:cNvPr id="5" name="TextBox 4">
              <a:extLst>
                <a:ext uri="{FF2B5EF4-FFF2-40B4-BE49-F238E27FC236}">
                  <a16:creationId xmlns:a16="http://schemas.microsoft.com/office/drawing/2014/main" id="{300CC3A9-D40E-02FC-EF60-5CEE797D149B}"/>
                </a:ext>
              </a:extLst>
            </p:cNvPr>
            <p:cNvSpPr txBox="1"/>
            <p:nvPr/>
          </p:nvSpPr>
          <p:spPr>
            <a:xfrm>
              <a:off x="6816080" y="4725144"/>
              <a:ext cx="1512168" cy="276999"/>
            </a:xfrm>
            <a:prstGeom prst="rect">
              <a:avLst/>
            </a:prstGeom>
            <a:noFill/>
          </p:spPr>
          <p:txBody>
            <a:bodyPr wrap="square" rtlCol="0">
              <a:spAutoFit/>
            </a:bodyPr>
            <a:lstStyle/>
            <a:p>
              <a:pPr algn="r"/>
              <a:r>
                <a:rPr lang="en-US" sz="1200" i="1" dirty="0">
                  <a:latin typeface="Jost" pitchFamily="2" charset="0"/>
                  <a:ea typeface="Jost" pitchFamily="2" charset="0"/>
                </a:rPr>
                <a:t>© Chicago Tribune</a:t>
              </a:r>
            </a:p>
          </p:txBody>
        </p:sp>
      </p:grpSp>
    </p:spTree>
    <p:extLst>
      <p:ext uri="{BB962C8B-B14F-4D97-AF65-F5344CB8AC3E}">
        <p14:creationId xmlns:p14="http://schemas.microsoft.com/office/powerpoint/2010/main" val="2636694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4741-7DF0-F721-8FB3-24A81EBCC202}"/>
              </a:ext>
            </a:extLst>
          </p:cNvPr>
          <p:cNvSpPr>
            <a:spLocks noGrp="1"/>
          </p:cNvSpPr>
          <p:nvPr>
            <p:ph type="title"/>
          </p:nvPr>
        </p:nvSpPr>
        <p:spPr/>
        <p:txBody>
          <a:bodyPr/>
          <a:lstStyle/>
          <a:p>
            <a:r>
              <a:rPr lang="en-US"/>
              <a:t>Hello!</a:t>
            </a:r>
            <a:endParaRPr lang="en-US" dirty="0"/>
          </a:p>
        </p:txBody>
      </p:sp>
      <p:sp>
        <p:nvSpPr>
          <p:cNvPr id="3" name="Content Placeholder 2">
            <a:extLst>
              <a:ext uri="{FF2B5EF4-FFF2-40B4-BE49-F238E27FC236}">
                <a16:creationId xmlns:a16="http://schemas.microsoft.com/office/drawing/2014/main" id="{1BC579DD-E9E1-63D3-7AA1-CB6ADEB65EA5}"/>
              </a:ext>
            </a:extLst>
          </p:cNvPr>
          <p:cNvSpPr>
            <a:spLocks noGrp="1"/>
          </p:cNvSpPr>
          <p:nvPr>
            <p:ph idx="1"/>
          </p:nvPr>
        </p:nvSpPr>
        <p:spPr/>
        <p:txBody>
          <a:bodyPr/>
          <a:lstStyle/>
          <a:p>
            <a:pPr marL="0" indent="0">
              <a:buNone/>
            </a:pPr>
            <a:r>
              <a:rPr lang="en-US"/>
              <a:t>My name is Patrick Andriessen</a:t>
            </a:r>
          </a:p>
          <a:p>
            <a:pPr marL="0" indent="0">
              <a:buNone/>
            </a:pPr>
            <a:r>
              <a:rPr lang="en-US" b="0" i="0" u="none" strike="noStrike">
                <a:solidFill>
                  <a:srgbClr val="0070C0"/>
                </a:solidFill>
                <a:effectLst/>
                <a:latin typeface="-apple-system"/>
                <a:hlinkClick r:id="rId3" tooltip="https://linktr.ee/napnampat">
                  <a:extLst>
                    <a:ext uri="{A12FA001-AC4F-418D-AE19-62706E023703}">
                      <ahyp:hlinkClr xmlns:ahyp="http://schemas.microsoft.com/office/drawing/2018/hyperlinkcolor" val="tx"/>
                    </a:ext>
                  </a:extLst>
                </a:hlinkClick>
              </a:rPr>
              <a:t>https://linktr.ee/napnampat</a:t>
            </a:r>
            <a:endParaRPr lang="en-US">
              <a:solidFill>
                <a:srgbClr val="0070C0"/>
              </a:solidFill>
            </a:endParaRPr>
          </a:p>
          <a:p>
            <a:pPr marL="0" indent="0">
              <a:buNone/>
            </a:pPr>
            <a:endParaRPr lang="en-US"/>
          </a:p>
          <a:p>
            <a:pPr marL="0" indent="0">
              <a:buNone/>
            </a:pPr>
            <a:endParaRPr lang="en-US" dirty="0"/>
          </a:p>
        </p:txBody>
      </p:sp>
      <p:pic>
        <p:nvPicPr>
          <p:cNvPr id="7" name="Graphic 6">
            <a:extLst>
              <a:ext uri="{FF2B5EF4-FFF2-40B4-BE49-F238E27FC236}">
                <a16:creationId xmlns:a16="http://schemas.microsoft.com/office/drawing/2014/main" id="{62F2AC0E-FDEC-D60D-FFCD-4CF4AEAF6A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5085184"/>
            <a:ext cx="2665512" cy="1489389"/>
          </a:xfrm>
          <a:prstGeom prst="rect">
            <a:avLst/>
          </a:prstGeom>
        </p:spPr>
      </p:pic>
      <p:pic>
        <p:nvPicPr>
          <p:cNvPr id="9" name="Picture 8" descr="A person with a beard and glasses&#10;&#10;Description automatically generated with medium confidence">
            <a:extLst>
              <a:ext uri="{FF2B5EF4-FFF2-40B4-BE49-F238E27FC236}">
                <a16:creationId xmlns:a16="http://schemas.microsoft.com/office/drawing/2014/main" id="{18D80727-012E-004E-051F-0447743583C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79976" y="-12683"/>
            <a:ext cx="6912768" cy="6912768"/>
          </a:xfrm>
          <a:prstGeom prst="rect">
            <a:avLst/>
          </a:prstGeom>
        </p:spPr>
      </p:pic>
    </p:spTree>
    <p:extLst>
      <p:ext uri="{BB962C8B-B14F-4D97-AF65-F5344CB8AC3E}">
        <p14:creationId xmlns:p14="http://schemas.microsoft.com/office/powerpoint/2010/main" val="994023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3D430-6B86-5611-251B-5E5F4037AF5C}"/>
              </a:ext>
            </a:extLst>
          </p:cNvPr>
          <p:cNvSpPr>
            <a:spLocks noGrp="1"/>
          </p:cNvSpPr>
          <p:nvPr>
            <p:ph type="ctrTitle"/>
          </p:nvPr>
        </p:nvSpPr>
        <p:spPr/>
        <p:txBody>
          <a:bodyPr/>
          <a:lstStyle/>
          <a:p>
            <a:r>
              <a:rPr lang="en-US" dirty="0"/>
              <a:t>The problem with content.</a:t>
            </a:r>
          </a:p>
        </p:txBody>
      </p:sp>
      <p:sp>
        <p:nvSpPr>
          <p:cNvPr id="3" name="Subtitle 2">
            <a:extLst>
              <a:ext uri="{FF2B5EF4-FFF2-40B4-BE49-F238E27FC236}">
                <a16:creationId xmlns:a16="http://schemas.microsoft.com/office/drawing/2014/main" id="{09B9C5D3-5756-4A78-B45B-E5254D70531C}"/>
              </a:ext>
            </a:extLst>
          </p:cNvPr>
          <p:cNvSpPr>
            <a:spLocks noGrp="1"/>
          </p:cNvSpPr>
          <p:nvPr>
            <p:ph type="subTitle" idx="1"/>
          </p:nvPr>
        </p:nvSpPr>
        <p:spPr/>
        <p:txBody>
          <a:bodyPr/>
          <a:lstStyle/>
          <a:p>
            <a:r>
              <a:rPr lang="en-US" dirty="0"/>
              <a:t>There is just so much of it.</a:t>
            </a:r>
          </a:p>
        </p:txBody>
      </p:sp>
    </p:spTree>
    <p:extLst>
      <p:ext uri="{BB962C8B-B14F-4D97-AF65-F5344CB8AC3E}">
        <p14:creationId xmlns:p14="http://schemas.microsoft.com/office/powerpoint/2010/main" val="4152870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B9EC2-64BD-0A7A-E4EE-799C525F88CB}"/>
              </a:ext>
            </a:extLst>
          </p:cNvPr>
          <p:cNvSpPr>
            <a:spLocks noGrp="1"/>
          </p:cNvSpPr>
          <p:nvPr>
            <p:ph type="title"/>
          </p:nvPr>
        </p:nvSpPr>
        <p:spPr/>
        <p:txBody>
          <a:bodyPr/>
          <a:lstStyle/>
          <a:p>
            <a:r>
              <a:rPr lang="en-US" dirty="0"/>
              <a:t>Bad answers can lead to</a:t>
            </a:r>
          </a:p>
        </p:txBody>
      </p:sp>
      <p:sp>
        <p:nvSpPr>
          <p:cNvPr id="3" name="Content Placeholder 2">
            <a:extLst>
              <a:ext uri="{FF2B5EF4-FFF2-40B4-BE49-F238E27FC236}">
                <a16:creationId xmlns:a16="http://schemas.microsoft.com/office/drawing/2014/main" id="{EBDEE5D6-DAE8-2182-B0C9-B773F1B88850}"/>
              </a:ext>
            </a:extLst>
          </p:cNvPr>
          <p:cNvSpPr>
            <a:spLocks noGrp="1"/>
          </p:cNvSpPr>
          <p:nvPr>
            <p:ph idx="1"/>
          </p:nvPr>
        </p:nvSpPr>
        <p:spPr/>
        <p:txBody>
          <a:bodyPr>
            <a:normAutofit/>
          </a:bodyPr>
          <a:lstStyle/>
          <a:p>
            <a:pPr>
              <a:buFont typeface="Jost" pitchFamily="2" charset="0"/>
              <a:buChar char="›"/>
            </a:pPr>
            <a:r>
              <a:rPr lang="en-US" dirty="0"/>
              <a:t>A missed sale</a:t>
            </a:r>
          </a:p>
          <a:p>
            <a:pPr>
              <a:buFont typeface="Jost" pitchFamily="2" charset="0"/>
              <a:buChar char="›"/>
            </a:pPr>
            <a:r>
              <a:rPr lang="en-US" dirty="0"/>
              <a:t>A call to an already overstretched customer support department</a:t>
            </a:r>
          </a:p>
          <a:p>
            <a:pPr>
              <a:buFont typeface="Jost" pitchFamily="2" charset="0"/>
              <a:buChar char="›"/>
            </a:pPr>
            <a:r>
              <a:rPr lang="en-US" dirty="0"/>
              <a:t>Someone getting hurt or worse</a:t>
            </a:r>
          </a:p>
          <a:p>
            <a:endParaRPr lang="en-US" dirty="0"/>
          </a:p>
          <a:p>
            <a:pPr marL="0" indent="0">
              <a:buNone/>
            </a:pPr>
            <a:endParaRPr lang="en-US" i="1" dirty="0"/>
          </a:p>
          <a:p>
            <a:pPr marL="0" indent="0">
              <a:buNone/>
            </a:pPr>
            <a:endParaRPr lang="en-US" i="1" dirty="0"/>
          </a:p>
          <a:p>
            <a:pPr marL="0" indent="0">
              <a:buNone/>
            </a:pPr>
            <a:r>
              <a:rPr lang="en-US" i="1" dirty="0"/>
              <a:t>I think it is safe to say that we want our algorithms, like our humans, to give us good answers.</a:t>
            </a:r>
          </a:p>
        </p:txBody>
      </p:sp>
    </p:spTree>
    <p:extLst>
      <p:ext uri="{BB962C8B-B14F-4D97-AF65-F5344CB8AC3E}">
        <p14:creationId xmlns:p14="http://schemas.microsoft.com/office/powerpoint/2010/main" val="292041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625F1-4A2E-1BAD-3E1F-B0C5D71A8C8B}"/>
              </a:ext>
            </a:extLst>
          </p:cNvPr>
          <p:cNvSpPr>
            <a:spLocks noGrp="1"/>
          </p:cNvSpPr>
          <p:nvPr>
            <p:ph type="title"/>
          </p:nvPr>
        </p:nvSpPr>
        <p:spPr/>
        <p:txBody>
          <a:bodyPr/>
          <a:lstStyle/>
          <a:p>
            <a:r>
              <a:rPr lang="en-US" dirty="0"/>
              <a:t>Most humans</a:t>
            </a:r>
          </a:p>
        </p:txBody>
      </p:sp>
      <p:pic>
        <p:nvPicPr>
          <p:cNvPr id="6" name="Content Placeholder 5" descr="A person wearing a brown robe&#10;&#10;Description automatically generated with low confidence">
            <a:extLst>
              <a:ext uri="{FF2B5EF4-FFF2-40B4-BE49-F238E27FC236}">
                <a16:creationId xmlns:a16="http://schemas.microsoft.com/office/drawing/2014/main" id="{0F6ADEEB-E2CB-9C13-3362-227F92C807E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33266" y="1484784"/>
            <a:ext cx="6793849" cy="3821540"/>
          </a:xfrm>
        </p:spPr>
      </p:pic>
      <p:sp>
        <p:nvSpPr>
          <p:cNvPr id="4" name="Text Placeholder 3">
            <a:extLst>
              <a:ext uri="{FF2B5EF4-FFF2-40B4-BE49-F238E27FC236}">
                <a16:creationId xmlns:a16="http://schemas.microsoft.com/office/drawing/2014/main" id="{0476F2F6-1B20-5A8A-7171-3B02660C829A}"/>
              </a:ext>
            </a:extLst>
          </p:cNvPr>
          <p:cNvSpPr>
            <a:spLocks noGrp="1"/>
          </p:cNvSpPr>
          <p:nvPr>
            <p:ph type="body" sz="half" idx="2"/>
          </p:nvPr>
        </p:nvSpPr>
        <p:spPr/>
        <p:txBody>
          <a:bodyPr/>
          <a:lstStyle/>
          <a:p>
            <a:r>
              <a:rPr lang="en-US" dirty="0"/>
              <a:t>are poor writers.</a:t>
            </a:r>
          </a:p>
        </p:txBody>
      </p:sp>
    </p:spTree>
    <p:extLst>
      <p:ext uri="{BB962C8B-B14F-4D97-AF65-F5344CB8AC3E}">
        <p14:creationId xmlns:p14="http://schemas.microsoft.com/office/powerpoint/2010/main" val="1683362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625F1-4A2E-1BAD-3E1F-B0C5D71A8C8B}"/>
              </a:ext>
            </a:extLst>
          </p:cNvPr>
          <p:cNvSpPr>
            <a:spLocks noGrp="1"/>
          </p:cNvSpPr>
          <p:nvPr>
            <p:ph type="title"/>
          </p:nvPr>
        </p:nvSpPr>
        <p:spPr/>
        <p:txBody>
          <a:bodyPr/>
          <a:lstStyle/>
          <a:p>
            <a:r>
              <a:rPr lang="en-US" dirty="0"/>
              <a:t>Most humans</a:t>
            </a:r>
          </a:p>
        </p:txBody>
      </p:sp>
      <p:sp>
        <p:nvSpPr>
          <p:cNvPr id="4" name="Text Placeholder 3">
            <a:extLst>
              <a:ext uri="{FF2B5EF4-FFF2-40B4-BE49-F238E27FC236}">
                <a16:creationId xmlns:a16="http://schemas.microsoft.com/office/drawing/2014/main" id="{0476F2F6-1B20-5A8A-7171-3B02660C829A}"/>
              </a:ext>
            </a:extLst>
          </p:cNvPr>
          <p:cNvSpPr>
            <a:spLocks noGrp="1"/>
          </p:cNvSpPr>
          <p:nvPr>
            <p:ph type="body" sz="half" idx="2"/>
          </p:nvPr>
        </p:nvSpPr>
        <p:spPr/>
        <p:txBody>
          <a:bodyPr/>
          <a:lstStyle/>
          <a:p>
            <a:r>
              <a:rPr lang="en-US" dirty="0"/>
              <a:t>are poor writers.</a:t>
            </a:r>
          </a:p>
        </p:txBody>
      </p:sp>
      <p:sp>
        <p:nvSpPr>
          <p:cNvPr id="5" name="Content Placeholder 4">
            <a:extLst>
              <a:ext uri="{FF2B5EF4-FFF2-40B4-BE49-F238E27FC236}">
                <a16:creationId xmlns:a16="http://schemas.microsoft.com/office/drawing/2014/main" id="{6AA35E6A-46F0-EA7B-EF7A-BCDB77BF12C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92365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265D-A0F8-DB03-CB01-F23CF9BE4374}"/>
              </a:ext>
            </a:extLst>
          </p:cNvPr>
          <p:cNvSpPr>
            <a:spLocks noGrp="1"/>
          </p:cNvSpPr>
          <p:nvPr>
            <p:ph type="title"/>
          </p:nvPr>
        </p:nvSpPr>
        <p:spPr>
          <a:xfrm>
            <a:off x="831850" y="1709738"/>
            <a:ext cx="10515600" cy="2852737"/>
          </a:xfrm>
        </p:spPr>
        <p:txBody>
          <a:bodyPr anchor="b">
            <a:normAutofit/>
          </a:bodyPr>
          <a:lstStyle/>
          <a:p>
            <a:r>
              <a:rPr lang="nl-NL" dirty="0"/>
              <a:t>Patrick Andriessen</a:t>
            </a:r>
          </a:p>
        </p:txBody>
      </p:sp>
      <p:sp>
        <p:nvSpPr>
          <p:cNvPr id="12" name="Text Placeholder 3">
            <a:extLst>
              <a:ext uri="{FF2B5EF4-FFF2-40B4-BE49-F238E27FC236}">
                <a16:creationId xmlns:a16="http://schemas.microsoft.com/office/drawing/2014/main" id="{9B0DEF22-E7A5-4F60-04F9-D16945D558B6}"/>
              </a:ext>
            </a:extLst>
          </p:cNvPr>
          <p:cNvSpPr>
            <a:spLocks noGrp="1"/>
          </p:cNvSpPr>
          <p:nvPr>
            <p:ph type="body" idx="1"/>
          </p:nvPr>
        </p:nvSpPr>
        <p:spPr>
          <a:xfrm>
            <a:off x="831850" y="4589463"/>
            <a:ext cx="10515600" cy="1500187"/>
          </a:xfrm>
        </p:spPr>
        <p:txBody>
          <a:bodyPr>
            <a:normAutofit/>
          </a:bodyPr>
          <a:lstStyle/>
          <a:p>
            <a:r>
              <a:rPr lang="nl-NL" dirty="0"/>
              <a:t>patrick@napnam.nl</a:t>
            </a:r>
          </a:p>
          <a:p>
            <a:r>
              <a:rPr lang="nl-NL" dirty="0"/>
              <a:t>+31 (0) 618 099 442</a:t>
            </a:r>
          </a:p>
          <a:p>
            <a:r>
              <a:rPr lang="en-US" b="0" i="0" u="none" strike="noStrike" dirty="0">
                <a:solidFill>
                  <a:srgbClr val="0070C0"/>
                </a:solidFill>
                <a:effectLst/>
                <a:latin typeface="-apple-system"/>
                <a:hlinkClick r:id="rId3" tooltip="https://linktr.ee/napnampat">
                  <a:extLst>
                    <a:ext uri="{A12FA001-AC4F-418D-AE19-62706E023703}">
                      <ahyp:hlinkClr xmlns:ahyp="http://schemas.microsoft.com/office/drawing/2018/hyperlinkcolor" val="tx"/>
                    </a:ext>
                  </a:extLst>
                </a:hlinkClick>
              </a:rPr>
              <a:t>https://linktr.ee/napnampat</a:t>
            </a:r>
            <a:endParaRPr lang="en-US" dirty="0">
              <a:solidFill>
                <a:srgbClr val="0070C0"/>
              </a:solidFill>
            </a:endParaRPr>
          </a:p>
          <a:p>
            <a:endParaRPr lang="nl-NL" dirty="0"/>
          </a:p>
        </p:txBody>
      </p:sp>
    </p:spTree>
    <p:extLst>
      <p:ext uri="{BB962C8B-B14F-4D97-AF65-F5344CB8AC3E}">
        <p14:creationId xmlns:p14="http://schemas.microsoft.com/office/powerpoint/2010/main" val="3396311990"/>
      </p:ext>
    </p:extLst>
  </p:cSld>
  <p:clrMapOvr>
    <a:masterClrMapping/>
  </p:clrMapOvr>
</p:sld>
</file>

<file path=ppt/theme/theme1.xml><?xml version="1.0" encoding="utf-8"?>
<a:theme xmlns:a="http://schemas.openxmlformats.org/drawingml/2006/main" name="Office Theme">
  <a:themeElements>
    <a:clrScheme name="napnam">
      <a:dk1>
        <a:srgbClr val="262626"/>
      </a:dk1>
      <a:lt1>
        <a:sysClr val="window" lastClr="FFFFFF"/>
      </a:lt1>
      <a:dk2>
        <a:srgbClr val="262626"/>
      </a:dk2>
      <a:lt2>
        <a:srgbClr val="F2F2F2"/>
      </a:lt2>
      <a:accent1>
        <a:srgbClr val="455560"/>
      </a:accent1>
      <a:accent2>
        <a:srgbClr val="F68428"/>
      </a:accent2>
      <a:accent3>
        <a:srgbClr val="969696"/>
      </a:accent3>
      <a:accent4>
        <a:srgbClr val="808080"/>
      </a:accent4>
      <a:accent5>
        <a:srgbClr val="5F5F5F"/>
      </a:accent5>
      <a:accent6>
        <a:srgbClr val="4D4D4D"/>
      </a:accent6>
      <a:hlink>
        <a:srgbClr val="455560"/>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pnam_2022_template.potx" id="{DCEECD90-DDFB-4926-8F1F-FB03B43A1BA7}" vid="{9CC77096-899E-4214-82CB-EB141CB738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napnam_2022_template</Template>
  <TotalTime>378</TotalTime>
  <Words>1884</Words>
  <Application>Microsoft Office PowerPoint</Application>
  <PresentationFormat>Widescreen</PresentationFormat>
  <Paragraphs>114</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-apple-system</vt:lpstr>
      <vt:lpstr>Arial</vt:lpstr>
      <vt:lpstr>Calibri</vt:lpstr>
      <vt:lpstr>Consolas</vt:lpstr>
      <vt:lpstr>Jost</vt:lpstr>
      <vt:lpstr>Jost Black</vt:lpstr>
      <vt:lpstr>Office Theme</vt:lpstr>
      <vt:lpstr>PowerPoint Presentation</vt:lpstr>
      <vt:lpstr>PowerPoint Presentation</vt:lpstr>
      <vt:lpstr>PowerPoint Presentation</vt:lpstr>
      <vt:lpstr>Hello!</vt:lpstr>
      <vt:lpstr>The problem with content.</vt:lpstr>
      <vt:lpstr>Bad answers can lead to</vt:lpstr>
      <vt:lpstr>Most humans</vt:lpstr>
      <vt:lpstr>Most humans</vt:lpstr>
      <vt:lpstr>Patrick Andriessen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proliferation of GIGO in content </dc:title>
  <dc:creator>Patrick Andriessen</dc:creator>
  <cp:lastModifiedBy>Patrick Andriessen</cp:lastModifiedBy>
  <cp:revision>1</cp:revision>
  <dcterms:created xsi:type="dcterms:W3CDTF">2022-08-14T05:56:58Z</dcterms:created>
  <dcterms:modified xsi:type="dcterms:W3CDTF">2022-10-23T14:50:35Z</dcterms:modified>
</cp:coreProperties>
</file>